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5.svg" ContentType="image/svg+xml"/>
  <Override PartName="/ppt/media/image27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  <p:sldMasterId id="2147483675" r:id="rId4"/>
  </p:sldMasterIdLst>
  <p:sldIdLst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96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image" Target="../media/image1.png"/><Relationship Id="rId2" Type="http://schemas.openxmlformats.org/officeDocument/2006/relationships/tags" Target="../tags/tag1.xml"/><Relationship Id="rId10" Type="http://schemas.openxmlformats.org/officeDocument/2006/relationships/tags" Target="../tags/tag8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6" Type="http://schemas.openxmlformats.org/officeDocument/2006/relationships/tags" Target="../tags/tag13.xml"/><Relationship Id="rId5" Type="http://schemas.openxmlformats.org/officeDocument/2006/relationships/tags" Target="../tags/tag12.xml"/><Relationship Id="rId4" Type="http://schemas.openxmlformats.org/officeDocument/2006/relationships/tags" Target="../tags/tag11.xml"/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20.xml"/><Relationship Id="rId8" Type="http://schemas.openxmlformats.org/officeDocument/2006/relationships/tags" Target="../tags/tag19.xml"/><Relationship Id="rId7" Type="http://schemas.openxmlformats.org/officeDocument/2006/relationships/tags" Target="../tags/tag18.xml"/><Relationship Id="rId6" Type="http://schemas.openxmlformats.org/officeDocument/2006/relationships/tags" Target="../tags/tag17.xml"/><Relationship Id="rId5" Type="http://schemas.openxmlformats.org/officeDocument/2006/relationships/tags" Target="../tags/tag16.xml"/><Relationship Id="rId4" Type="http://schemas.openxmlformats.org/officeDocument/2006/relationships/tags" Target="../tags/tag15.xml"/><Relationship Id="rId3" Type="http://schemas.openxmlformats.org/officeDocument/2006/relationships/image" Target="../media/image1.png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7" Type="http://schemas.openxmlformats.org/officeDocument/2006/relationships/tags" Target="../tags/tag26.xml"/><Relationship Id="rId6" Type="http://schemas.openxmlformats.org/officeDocument/2006/relationships/tags" Target="../tags/tag25.xml"/><Relationship Id="rId5" Type="http://schemas.openxmlformats.org/officeDocument/2006/relationships/tags" Target="../tags/tag24.xml"/><Relationship Id="rId4" Type="http://schemas.openxmlformats.org/officeDocument/2006/relationships/tags" Target="../tags/tag23.xml"/><Relationship Id="rId3" Type="http://schemas.openxmlformats.org/officeDocument/2006/relationships/tags" Target="../tags/tag22.xml"/><Relationship Id="rId2" Type="http://schemas.openxmlformats.org/officeDocument/2006/relationships/tags" Target="../tags/tag21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9" Type="http://schemas.openxmlformats.org/officeDocument/2006/relationships/tags" Target="../tags/tag34.xml"/><Relationship Id="rId8" Type="http://schemas.openxmlformats.org/officeDocument/2006/relationships/tags" Target="../tags/tag33.xml"/><Relationship Id="rId7" Type="http://schemas.openxmlformats.org/officeDocument/2006/relationships/tags" Target="../tags/tag32.xml"/><Relationship Id="rId6" Type="http://schemas.openxmlformats.org/officeDocument/2006/relationships/tags" Target="../tags/tag31.xml"/><Relationship Id="rId5" Type="http://schemas.openxmlformats.org/officeDocument/2006/relationships/tags" Target="../tags/tag30.xml"/><Relationship Id="rId4" Type="http://schemas.openxmlformats.org/officeDocument/2006/relationships/tags" Target="../tags/tag29.xml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4" Type="http://schemas.openxmlformats.org/officeDocument/2006/relationships/tags" Target="../tags/tag41.xml"/><Relationship Id="rId3" Type="http://schemas.openxmlformats.org/officeDocument/2006/relationships/tags" Target="../tags/tag40.xml"/><Relationship Id="rId2" Type="http://schemas.openxmlformats.org/officeDocument/2006/relationships/tags" Target="../tags/tag39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7" Type="http://schemas.openxmlformats.org/officeDocument/2006/relationships/tags" Target="../tags/tag47.xml"/><Relationship Id="rId6" Type="http://schemas.openxmlformats.org/officeDocument/2006/relationships/tags" Target="../tags/tag46.xml"/><Relationship Id="rId5" Type="http://schemas.openxmlformats.org/officeDocument/2006/relationships/tags" Target="../tags/tag45.xml"/><Relationship Id="rId4" Type="http://schemas.openxmlformats.org/officeDocument/2006/relationships/tags" Target="../tags/tag44.xml"/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52.xml"/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5" Type="http://schemas.openxmlformats.org/officeDocument/2006/relationships/tags" Target="../tags/tag56.xml"/><Relationship Id="rId4" Type="http://schemas.openxmlformats.org/officeDocument/2006/relationships/tags" Target="../tags/tag55.xml"/><Relationship Id="rId3" Type="http://schemas.openxmlformats.org/officeDocument/2006/relationships/tags" Target="../tags/tag54.xml"/><Relationship Id="rId2" Type="http://schemas.openxmlformats.org/officeDocument/2006/relationships/tags" Target="../tags/tag53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9" Type="http://schemas.openxmlformats.org/officeDocument/2006/relationships/tags" Target="../tags/tag63.xml"/><Relationship Id="rId8" Type="http://schemas.openxmlformats.org/officeDocument/2006/relationships/tags" Target="../tags/tag62.xml"/><Relationship Id="rId7" Type="http://schemas.openxmlformats.org/officeDocument/2006/relationships/tags" Target="../tags/tag61.xml"/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image" Target="../media/image1.png"/><Relationship Id="rId2" Type="http://schemas.openxmlformats.org/officeDocument/2006/relationships/tags" Target="../tags/tag57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9" Type="http://schemas.openxmlformats.org/officeDocument/2006/relationships/tags" Target="../tags/tag69.xml"/><Relationship Id="rId8" Type="http://schemas.openxmlformats.org/officeDocument/2006/relationships/image" Target="NULL" TargetMode="External"/><Relationship Id="rId7" Type="http://schemas.openxmlformats.org/officeDocument/2006/relationships/image" Target="../media/image2.png"/><Relationship Id="rId6" Type="http://schemas.openxmlformats.org/officeDocument/2006/relationships/tags" Target="../tags/tag68.xml"/><Relationship Id="rId5" Type="http://schemas.openxmlformats.org/officeDocument/2006/relationships/tags" Target="../tags/tag67.xml"/><Relationship Id="rId4" Type="http://schemas.openxmlformats.org/officeDocument/2006/relationships/tags" Target="../tags/tag66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0" Type="http://schemas.openxmlformats.org/officeDocument/2006/relationships/tags" Target="../tags/tag70.xml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9" Type="http://schemas.openxmlformats.org/officeDocument/2006/relationships/tags" Target="../tags/tag78.xml"/><Relationship Id="rId8" Type="http://schemas.openxmlformats.org/officeDocument/2006/relationships/tags" Target="../tags/tag77.xml"/><Relationship Id="rId7" Type="http://schemas.openxmlformats.org/officeDocument/2006/relationships/tags" Target="../tags/tag76.xml"/><Relationship Id="rId6" Type="http://schemas.openxmlformats.org/officeDocument/2006/relationships/tags" Target="../tags/tag75.xml"/><Relationship Id="rId5" Type="http://schemas.openxmlformats.org/officeDocument/2006/relationships/tags" Target="../tags/tag74.xml"/><Relationship Id="rId4" Type="http://schemas.openxmlformats.org/officeDocument/2006/relationships/tags" Target="../tags/tag73.xml"/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8" Type="http://schemas.openxmlformats.org/officeDocument/2006/relationships/tags" Target="../tags/tag87.xml"/><Relationship Id="rId17" Type="http://schemas.openxmlformats.org/officeDocument/2006/relationships/tags" Target="../tags/tag86.xml"/><Relationship Id="rId16" Type="http://schemas.openxmlformats.org/officeDocument/2006/relationships/tags" Target="../tags/tag85.xml"/><Relationship Id="rId15" Type="http://schemas.openxmlformats.org/officeDocument/2006/relationships/tags" Target="../tags/tag84.xml"/><Relationship Id="rId14" Type="http://schemas.openxmlformats.org/officeDocument/2006/relationships/tags" Target="../tags/tag83.xml"/><Relationship Id="rId13" Type="http://schemas.openxmlformats.org/officeDocument/2006/relationships/tags" Target="../tags/tag82.xml"/><Relationship Id="rId12" Type="http://schemas.openxmlformats.org/officeDocument/2006/relationships/tags" Target="../tags/tag81.xml"/><Relationship Id="rId11" Type="http://schemas.openxmlformats.org/officeDocument/2006/relationships/tags" Target="../tags/tag80.xml"/><Relationship Id="rId10" Type="http://schemas.openxmlformats.org/officeDocument/2006/relationships/tags" Target="../tags/tag79.xml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9" Type="http://schemas.openxmlformats.org/officeDocument/2006/relationships/tags" Target="../tags/tag94.xml"/><Relationship Id="rId8" Type="http://schemas.openxmlformats.org/officeDocument/2006/relationships/tags" Target="../tags/tag93.xml"/><Relationship Id="rId7" Type="http://schemas.openxmlformats.org/officeDocument/2006/relationships/tags" Target="../tags/tag92.xml"/><Relationship Id="rId6" Type="http://schemas.openxmlformats.org/officeDocument/2006/relationships/tags" Target="../tags/tag91.xml"/><Relationship Id="rId5" Type="http://schemas.openxmlformats.org/officeDocument/2006/relationships/tags" Target="../tags/tag90.xml"/><Relationship Id="rId4" Type="http://schemas.openxmlformats.org/officeDocument/2006/relationships/tags" Target="../tags/tag89.xml"/><Relationship Id="rId3" Type="http://schemas.openxmlformats.org/officeDocument/2006/relationships/image" Target="../media/image1.png"/><Relationship Id="rId2" Type="http://schemas.openxmlformats.org/officeDocument/2006/relationships/tags" Target="../tags/tag88.xml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9" Type="http://schemas.openxmlformats.org/officeDocument/2006/relationships/tags" Target="../tags/tag101.xml"/><Relationship Id="rId8" Type="http://schemas.openxmlformats.org/officeDocument/2006/relationships/tags" Target="../tags/tag100.xml"/><Relationship Id="rId7" Type="http://schemas.openxmlformats.org/officeDocument/2006/relationships/tags" Target="../tags/tag99.xml"/><Relationship Id="rId6" Type="http://schemas.openxmlformats.org/officeDocument/2006/relationships/tags" Target="../tags/tag98.xml"/><Relationship Id="rId5" Type="http://schemas.openxmlformats.org/officeDocument/2006/relationships/tags" Target="../tags/tag97.xml"/><Relationship Id="rId4" Type="http://schemas.openxmlformats.org/officeDocument/2006/relationships/tags" Target="../tags/tag96.xml"/><Relationship Id="rId3" Type="http://schemas.openxmlformats.org/officeDocument/2006/relationships/image" Target="../media/image1.png"/><Relationship Id="rId2" Type="http://schemas.openxmlformats.org/officeDocument/2006/relationships/tags" Target="../tags/tag95.xml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118.xml"/><Relationship Id="rId8" Type="http://schemas.openxmlformats.org/officeDocument/2006/relationships/tags" Target="../tags/tag117.xml"/><Relationship Id="rId7" Type="http://schemas.openxmlformats.org/officeDocument/2006/relationships/tags" Target="../tags/tag116.xml"/><Relationship Id="rId6" Type="http://schemas.openxmlformats.org/officeDocument/2006/relationships/tags" Target="../tags/tag115.xml"/><Relationship Id="rId5" Type="http://schemas.openxmlformats.org/officeDocument/2006/relationships/tags" Target="../tags/tag114.xml"/><Relationship Id="rId4" Type="http://schemas.openxmlformats.org/officeDocument/2006/relationships/tags" Target="../tags/tag113.xml"/><Relationship Id="rId3" Type="http://schemas.openxmlformats.org/officeDocument/2006/relationships/tags" Target="../tags/tag112.xml"/><Relationship Id="rId21" Type="http://schemas.openxmlformats.org/officeDocument/2006/relationships/tags" Target="../tags/tag130.xml"/><Relationship Id="rId20" Type="http://schemas.openxmlformats.org/officeDocument/2006/relationships/tags" Target="../tags/tag129.xml"/><Relationship Id="rId2" Type="http://schemas.openxmlformats.org/officeDocument/2006/relationships/tags" Target="../tags/tag111.xml"/><Relationship Id="rId19" Type="http://schemas.openxmlformats.org/officeDocument/2006/relationships/tags" Target="../tags/tag128.xml"/><Relationship Id="rId18" Type="http://schemas.openxmlformats.org/officeDocument/2006/relationships/tags" Target="../tags/tag127.xml"/><Relationship Id="rId17" Type="http://schemas.openxmlformats.org/officeDocument/2006/relationships/tags" Target="../tags/tag126.xml"/><Relationship Id="rId16" Type="http://schemas.openxmlformats.org/officeDocument/2006/relationships/tags" Target="../tags/tag125.xml"/><Relationship Id="rId15" Type="http://schemas.openxmlformats.org/officeDocument/2006/relationships/tags" Target="../tags/tag124.xml"/><Relationship Id="rId14" Type="http://schemas.openxmlformats.org/officeDocument/2006/relationships/tags" Target="../tags/tag123.xml"/><Relationship Id="rId13" Type="http://schemas.openxmlformats.org/officeDocument/2006/relationships/tags" Target="../tags/tag122.xml"/><Relationship Id="rId12" Type="http://schemas.openxmlformats.org/officeDocument/2006/relationships/tags" Target="../tags/tag121.xml"/><Relationship Id="rId11" Type="http://schemas.openxmlformats.org/officeDocument/2006/relationships/tags" Target="../tags/tag120.xml"/><Relationship Id="rId10" Type="http://schemas.openxmlformats.org/officeDocument/2006/relationships/tags" Target="../tags/tag119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9" Type="http://schemas.openxmlformats.org/officeDocument/2006/relationships/tags" Target="../tags/tag138.xml"/><Relationship Id="rId8" Type="http://schemas.openxmlformats.org/officeDocument/2006/relationships/tags" Target="../tags/tag137.xml"/><Relationship Id="rId7" Type="http://schemas.openxmlformats.org/officeDocument/2006/relationships/tags" Target="../tags/tag136.xml"/><Relationship Id="rId6" Type="http://schemas.openxmlformats.org/officeDocument/2006/relationships/tags" Target="../tags/tag135.xml"/><Relationship Id="rId5" Type="http://schemas.openxmlformats.org/officeDocument/2006/relationships/tags" Target="../tags/tag134.xml"/><Relationship Id="rId4" Type="http://schemas.openxmlformats.org/officeDocument/2006/relationships/tags" Target="../tags/tag133.xml"/><Relationship Id="rId3" Type="http://schemas.openxmlformats.org/officeDocument/2006/relationships/tags" Target="../tags/tag132.xml"/><Relationship Id="rId2" Type="http://schemas.openxmlformats.org/officeDocument/2006/relationships/tags" Target="../tags/tag131.xml"/><Relationship Id="rId15" Type="http://schemas.openxmlformats.org/officeDocument/2006/relationships/tags" Target="../tags/tag144.xml"/><Relationship Id="rId14" Type="http://schemas.openxmlformats.org/officeDocument/2006/relationships/tags" Target="../tags/tag143.xml"/><Relationship Id="rId13" Type="http://schemas.openxmlformats.org/officeDocument/2006/relationships/tags" Target="../tags/tag142.xml"/><Relationship Id="rId12" Type="http://schemas.openxmlformats.org/officeDocument/2006/relationships/tags" Target="../tags/tag141.xml"/><Relationship Id="rId11" Type="http://schemas.openxmlformats.org/officeDocument/2006/relationships/tags" Target="../tags/tag140.xml"/><Relationship Id="rId10" Type="http://schemas.openxmlformats.org/officeDocument/2006/relationships/tags" Target="../tags/tag139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9" Type="http://schemas.openxmlformats.org/officeDocument/2006/relationships/tags" Target="../tags/tag152.xml"/><Relationship Id="rId8" Type="http://schemas.openxmlformats.org/officeDocument/2006/relationships/tags" Target="../tags/tag151.xml"/><Relationship Id="rId7" Type="http://schemas.openxmlformats.org/officeDocument/2006/relationships/tags" Target="../tags/tag150.xml"/><Relationship Id="rId6" Type="http://schemas.openxmlformats.org/officeDocument/2006/relationships/tags" Target="../tags/tag149.xml"/><Relationship Id="rId5" Type="http://schemas.openxmlformats.org/officeDocument/2006/relationships/tags" Target="../tags/tag148.xml"/><Relationship Id="rId4" Type="http://schemas.openxmlformats.org/officeDocument/2006/relationships/tags" Target="../tags/tag147.xml"/><Relationship Id="rId3" Type="http://schemas.openxmlformats.org/officeDocument/2006/relationships/tags" Target="../tags/tag146.xml"/><Relationship Id="rId2" Type="http://schemas.openxmlformats.org/officeDocument/2006/relationships/tags" Target="../tags/tag145.xml"/><Relationship Id="rId13" Type="http://schemas.openxmlformats.org/officeDocument/2006/relationships/tags" Target="../tags/tag156.xml"/><Relationship Id="rId12" Type="http://schemas.openxmlformats.org/officeDocument/2006/relationships/tags" Target="../tags/tag155.xml"/><Relationship Id="rId11" Type="http://schemas.openxmlformats.org/officeDocument/2006/relationships/tags" Target="../tags/tag154.xml"/><Relationship Id="rId10" Type="http://schemas.openxmlformats.org/officeDocument/2006/relationships/tags" Target="../tags/tag153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9" Type="http://schemas.openxmlformats.org/officeDocument/2006/relationships/tags" Target="../tags/tag164.xml"/><Relationship Id="rId8" Type="http://schemas.openxmlformats.org/officeDocument/2006/relationships/tags" Target="../tags/tag163.xml"/><Relationship Id="rId7" Type="http://schemas.openxmlformats.org/officeDocument/2006/relationships/tags" Target="../tags/tag162.xml"/><Relationship Id="rId6" Type="http://schemas.openxmlformats.org/officeDocument/2006/relationships/tags" Target="../tags/tag161.xml"/><Relationship Id="rId5" Type="http://schemas.openxmlformats.org/officeDocument/2006/relationships/tags" Target="../tags/tag160.xml"/><Relationship Id="rId4" Type="http://schemas.openxmlformats.org/officeDocument/2006/relationships/tags" Target="../tags/tag159.xml"/><Relationship Id="rId3" Type="http://schemas.openxmlformats.org/officeDocument/2006/relationships/tags" Target="../tags/tag158.xml"/><Relationship Id="rId2" Type="http://schemas.openxmlformats.org/officeDocument/2006/relationships/tags" Target="../tags/tag157.xml"/><Relationship Id="rId12" Type="http://schemas.openxmlformats.org/officeDocument/2006/relationships/tags" Target="../tags/tag167.xml"/><Relationship Id="rId11" Type="http://schemas.openxmlformats.org/officeDocument/2006/relationships/tags" Target="../tags/tag166.xml"/><Relationship Id="rId10" Type="http://schemas.openxmlformats.org/officeDocument/2006/relationships/tags" Target="../tags/tag165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9" Type="http://schemas.openxmlformats.org/officeDocument/2006/relationships/tags" Target="../tags/tag175.xml"/><Relationship Id="rId8" Type="http://schemas.openxmlformats.org/officeDocument/2006/relationships/tags" Target="../tags/tag174.xml"/><Relationship Id="rId7" Type="http://schemas.openxmlformats.org/officeDocument/2006/relationships/tags" Target="../tags/tag173.xml"/><Relationship Id="rId6" Type="http://schemas.openxmlformats.org/officeDocument/2006/relationships/tags" Target="../tags/tag172.xml"/><Relationship Id="rId5" Type="http://schemas.openxmlformats.org/officeDocument/2006/relationships/tags" Target="../tags/tag171.xml"/><Relationship Id="rId4" Type="http://schemas.openxmlformats.org/officeDocument/2006/relationships/tags" Target="../tags/tag170.xml"/><Relationship Id="rId3" Type="http://schemas.openxmlformats.org/officeDocument/2006/relationships/tags" Target="../tags/tag169.xml"/><Relationship Id="rId2" Type="http://schemas.openxmlformats.org/officeDocument/2006/relationships/tags" Target="../tags/tag168.xml"/><Relationship Id="rId11" Type="http://schemas.openxmlformats.org/officeDocument/2006/relationships/tags" Target="../tags/tag177.xml"/><Relationship Id="rId10" Type="http://schemas.openxmlformats.org/officeDocument/2006/relationships/tags" Target="../tags/tag176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9" Type="http://schemas.openxmlformats.org/officeDocument/2006/relationships/tags" Target="../tags/tag185.xml"/><Relationship Id="rId8" Type="http://schemas.openxmlformats.org/officeDocument/2006/relationships/tags" Target="../tags/tag184.xml"/><Relationship Id="rId7" Type="http://schemas.openxmlformats.org/officeDocument/2006/relationships/tags" Target="../tags/tag183.xml"/><Relationship Id="rId6" Type="http://schemas.openxmlformats.org/officeDocument/2006/relationships/tags" Target="../tags/tag182.xml"/><Relationship Id="rId5" Type="http://schemas.openxmlformats.org/officeDocument/2006/relationships/tags" Target="../tags/tag181.xml"/><Relationship Id="rId4" Type="http://schemas.openxmlformats.org/officeDocument/2006/relationships/tags" Target="../tags/tag180.xml"/><Relationship Id="rId3" Type="http://schemas.openxmlformats.org/officeDocument/2006/relationships/tags" Target="../tags/tag179.xml"/><Relationship Id="rId2" Type="http://schemas.openxmlformats.org/officeDocument/2006/relationships/tags" Target="../tags/tag178.xml"/><Relationship Id="rId17" Type="http://schemas.openxmlformats.org/officeDocument/2006/relationships/tags" Target="../tags/tag193.xml"/><Relationship Id="rId16" Type="http://schemas.openxmlformats.org/officeDocument/2006/relationships/tags" Target="../tags/tag192.xml"/><Relationship Id="rId15" Type="http://schemas.openxmlformats.org/officeDocument/2006/relationships/tags" Target="../tags/tag191.xml"/><Relationship Id="rId14" Type="http://schemas.openxmlformats.org/officeDocument/2006/relationships/tags" Target="../tags/tag190.xml"/><Relationship Id="rId13" Type="http://schemas.openxmlformats.org/officeDocument/2006/relationships/tags" Target="../tags/tag189.xml"/><Relationship Id="rId12" Type="http://schemas.openxmlformats.org/officeDocument/2006/relationships/tags" Target="../tags/tag188.xml"/><Relationship Id="rId11" Type="http://schemas.openxmlformats.org/officeDocument/2006/relationships/tags" Target="../tags/tag187.xml"/><Relationship Id="rId10" Type="http://schemas.openxmlformats.org/officeDocument/2006/relationships/tags" Target="../tags/tag186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9" Type="http://schemas.openxmlformats.org/officeDocument/2006/relationships/tags" Target="../tags/tag201.xml"/><Relationship Id="rId8" Type="http://schemas.openxmlformats.org/officeDocument/2006/relationships/tags" Target="../tags/tag200.xml"/><Relationship Id="rId7" Type="http://schemas.openxmlformats.org/officeDocument/2006/relationships/tags" Target="../tags/tag199.xml"/><Relationship Id="rId6" Type="http://schemas.openxmlformats.org/officeDocument/2006/relationships/tags" Target="../tags/tag198.xml"/><Relationship Id="rId5" Type="http://schemas.openxmlformats.org/officeDocument/2006/relationships/tags" Target="../tags/tag197.xml"/><Relationship Id="rId4" Type="http://schemas.openxmlformats.org/officeDocument/2006/relationships/tags" Target="../tags/tag196.xml"/><Relationship Id="rId3" Type="http://schemas.openxmlformats.org/officeDocument/2006/relationships/tags" Target="../tags/tag195.xml"/><Relationship Id="rId2" Type="http://schemas.openxmlformats.org/officeDocument/2006/relationships/tags" Target="../tags/tag194.xml"/><Relationship Id="rId17" Type="http://schemas.openxmlformats.org/officeDocument/2006/relationships/tags" Target="../tags/tag209.xml"/><Relationship Id="rId16" Type="http://schemas.openxmlformats.org/officeDocument/2006/relationships/tags" Target="../tags/tag208.xml"/><Relationship Id="rId15" Type="http://schemas.openxmlformats.org/officeDocument/2006/relationships/tags" Target="../tags/tag207.xml"/><Relationship Id="rId14" Type="http://schemas.openxmlformats.org/officeDocument/2006/relationships/tags" Target="../tags/tag206.xml"/><Relationship Id="rId13" Type="http://schemas.openxmlformats.org/officeDocument/2006/relationships/tags" Target="../tags/tag205.xml"/><Relationship Id="rId12" Type="http://schemas.openxmlformats.org/officeDocument/2006/relationships/tags" Target="../tags/tag204.xml"/><Relationship Id="rId11" Type="http://schemas.openxmlformats.org/officeDocument/2006/relationships/tags" Target="../tags/tag203.xml"/><Relationship Id="rId10" Type="http://schemas.openxmlformats.org/officeDocument/2006/relationships/tags" Target="../tags/tag202.xml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9" Type="http://schemas.openxmlformats.org/officeDocument/2006/relationships/tags" Target="../tags/tag217.xml"/><Relationship Id="rId8" Type="http://schemas.openxmlformats.org/officeDocument/2006/relationships/tags" Target="../tags/tag216.xml"/><Relationship Id="rId7" Type="http://schemas.openxmlformats.org/officeDocument/2006/relationships/tags" Target="../tags/tag215.xml"/><Relationship Id="rId6" Type="http://schemas.openxmlformats.org/officeDocument/2006/relationships/tags" Target="../tags/tag214.xml"/><Relationship Id="rId5" Type="http://schemas.openxmlformats.org/officeDocument/2006/relationships/tags" Target="../tags/tag213.xml"/><Relationship Id="rId4" Type="http://schemas.openxmlformats.org/officeDocument/2006/relationships/tags" Target="../tags/tag212.xml"/><Relationship Id="rId3" Type="http://schemas.openxmlformats.org/officeDocument/2006/relationships/tags" Target="../tags/tag211.xml"/><Relationship Id="rId2" Type="http://schemas.openxmlformats.org/officeDocument/2006/relationships/tags" Target="../tags/tag210.xml"/><Relationship Id="rId11" Type="http://schemas.openxmlformats.org/officeDocument/2006/relationships/tags" Target="../tags/tag219.xml"/><Relationship Id="rId10" Type="http://schemas.openxmlformats.org/officeDocument/2006/relationships/tags" Target="../tags/tag218.xml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9" Type="http://schemas.openxmlformats.org/officeDocument/2006/relationships/tags" Target="../tags/tag227.xml"/><Relationship Id="rId8" Type="http://schemas.openxmlformats.org/officeDocument/2006/relationships/tags" Target="../tags/tag226.xml"/><Relationship Id="rId7" Type="http://schemas.openxmlformats.org/officeDocument/2006/relationships/tags" Target="../tags/tag225.xml"/><Relationship Id="rId6" Type="http://schemas.openxmlformats.org/officeDocument/2006/relationships/tags" Target="../tags/tag224.xml"/><Relationship Id="rId5" Type="http://schemas.openxmlformats.org/officeDocument/2006/relationships/tags" Target="../tags/tag223.xml"/><Relationship Id="rId4" Type="http://schemas.openxmlformats.org/officeDocument/2006/relationships/tags" Target="../tags/tag222.xml"/><Relationship Id="rId3" Type="http://schemas.openxmlformats.org/officeDocument/2006/relationships/tags" Target="../tags/tag221.xml"/><Relationship Id="rId2" Type="http://schemas.openxmlformats.org/officeDocument/2006/relationships/tags" Target="../tags/tag220.xml"/><Relationship Id="rId12" Type="http://schemas.openxmlformats.org/officeDocument/2006/relationships/tags" Target="../tags/tag230.xml"/><Relationship Id="rId11" Type="http://schemas.openxmlformats.org/officeDocument/2006/relationships/tags" Target="../tags/tag229.xml"/><Relationship Id="rId10" Type="http://schemas.openxmlformats.org/officeDocument/2006/relationships/tags" Target="../tags/tag228.xml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9" Type="http://schemas.openxmlformats.org/officeDocument/2006/relationships/tags" Target="../tags/tag238.xml"/><Relationship Id="rId8" Type="http://schemas.openxmlformats.org/officeDocument/2006/relationships/tags" Target="../tags/tag237.xml"/><Relationship Id="rId7" Type="http://schemas.openxmlformats.org/officeDocument/2006/relationships/tags" Target="../tags/tag236.xml"/><Relationship Id="rId6" Type="http://schemas.openxmlformats.org/officeDocument/2006/relationships/tags" Target="../tags/tag235.xml"/><Relationship Id="rId5" Type="http://schemas.openxmlformats.org/officeDocument/2006/relationships/tags" Target="../tags/tag234.xml"/><Relationship Id="rId4" Type="http://schemas.openxmlformats.org/officeDocument/2006/relationships/tags" Target="../tags/tag233.xml"/><Relationship Id="rId3" Type="http://schemas.openxmlformats.org/officeDocument/2006/relationships/tags" Target="../tags/tag232.xml"/><Relationship Id="rId2" Type="http://schemas.openxmlformats.org/officeDocument/2006/relationships/tags" Target="../tags/tag231.xml"/><Relationship Id="rId17" Type="http://schemas.openxmlformats.org/officeDocument/2006/relationships/tags" Target="../tags/tag246.xml"/><Relationship Id="rId16" Type="http://schemas.openxmlformats.org/officeDocument/2006/relationships/tags" Target="../tags/tag245.xml"/><Relationship Id="rId15" Type="http://schemas.openxmlformats.org/officeDocument/2006/relationships/tags" Target="../tags/tag244.xml"/><Relationship Id="rId14" Type="http://schemas.openxmlformats.org/officeDocument/2006/relationships/tags" Target="../tags/tag243.xml"/><Relationship Id="rId13" Type="http://schemas.openxmlformats.org/officeDocument/2006/relationships/tags" Target="../tags/tag242.xml"/><Relationship Id="rId12" Type="http://schemas.openxmlformats.org/officeDocument/2006/relationships/tags" Target="../tags/tag241.xml"/><Relationship Id="rId11" Type="http://schemas.openxmlformats.org/officeDocument/2006/relationships/tags" Target="../tags/tag240.xml"/><Relationship Id="rId10" Type="http://schemas.openxmlformats.org/officeDocument/2006/relationships/tags" Target="../tags/tag239.xml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9" Type="http://schemas.openxmlformats.org/officeDocument/2006/relationships/tags" Target="../tags/tag254.xml"/><Relationship Id="rId8" Type="http://schemas.openxmlformats.org/officeDocument/2006/relationships/tags" Target="../tags/tag253.xml"/><Relationship Id="rId7" Type="http://schemas.openxmlformats.org/officeDocument/2006/relationships/tags" Target="../tags/tag252.xml"/><Relationship Id="rId6" Type="http://schemas.openxmlformats.org/officeDocument/2006/relationships/tags" Target="../tags/tag251.xml"/><Relationship Id="rId5" Type="http://schemas.openxmlformats.org/officeDocument/2006/relationships/tags" Target="../tags/tag250.xml"/><Relationship Id="rId4" Type="http://schemas.openxmlformats.org/officeDocument/2006/relationships/tags" Target="../tags/tag249.xml"/><Relationship Id="rId3" Type="http://schemas.openxmlformats.org/officeDocument/2006/relationships/tags" Target="../tags/tag248.xml"/><Relationship Id="rId2" Type="http://schemas.openxmlformats.org/officeDocument/2006/relationships/tags" Target="../tags/tag247.xml"/><Relationship Id="rId11" Type="http://schemas.openxmlformats.org/officeDocument/2006/relationships/tags" Target="../tags/tag256.xml"/><Relationship Id="rId10" Type="http://schemas.openxmlformats.org/officeDocument/2006/relationships/tags" Target="../tags/tag255.xml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9" Type="http://schemas.openxmlformats.org/officeDocument/2006/relationships/tags" Target="../tags/tag264.xml"/><Relationship Id="rId8" Type="http://schemas.openxmlformats.org/officeDocument/2006/relationships/tags" Target="../tags/tag263.xml"/><Relationship Id="rId7" Type="http://schemas.openxmlformats.org/officeDocument/2006/relationships/tags" Target="../tags/tag262.xml"/><Relationship Id="rId6" Type="http://schemas.openxmlformats.org/officeDocument/2006/relationships/tags" Target="../tags/tag261.xml"/><Relationship Id="rId5" Type="http://schemas.openxmlformats.org/officeDocument/2006/relationships/tags" Target="../tags/tag260.xml"/><Relationship Id="rId4" Type="http://schemas.openxmlformats.org/officeDocument/2006/relationships/tags" Target="../tags/tag259.xml"/><Relationship Id="rId3" Type="http://schemas.openxmlformats.org/officeDocument/2006/relationships/tags" Target="../tags/tag258.xml"/><Relationship Id="rId2" Type="http://schemas.openxmlformats.org/officeDocument/2006/relationships/tags" Target="../tags/tag257.xml"/><Relationship Id="rId11" Type="http://schemas.openxmlformats.org/officeDocument/2006/relationships/tags" Target="../tags/tag266.xml"/><Relationship Id="rId10" Type="http://schemas.openxmlformats.org/officeDocument/2006/relationships/tags" Target="../tags/tag265.xml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9" Type="http://schemas.openxmlformats.org/officeDocument/2006/relationships/tags" Target="../tags/tag274.xml"/><Relationship Id="rId8" Type="http://schemas.openxmlformats.org/officeDocument/2006/relationships/tags" Target="../tags/tag273.xml"/><Relationship Id="rId7" Type="http://schemas.openxmlformats.org/officeDocument/2006/relationships/tags" Target="../tags/tag272.xml"/><Relationship Id="rId6" Type="http://schemas.openxmlformats.org/officeDocument/2006/relationships/tags" Target="../tags/tag271.xml"/><Relationship Id="rId5" Type="http://schemas.openxmlformats.org/officeDocument/2006/relationships/tags" Target="../tags/tag270.xml"/><Relationship Id="rId4" Type="http://schemas.openxmlformats.org/officeDocument/2006/relationships/tags" Target="../tags/tag269.xml"/><Relationship Id="rId3" Type="http://schemas.openxmlformats.org/officeDocument/2006/relationships/tags" Target="../tags/tag268.xml"/><Relationship Id="rId2" Type="http://schemas.openxmlformats.org/officeDocument/2006/relationships/tags" Target="../tags/tag267.xml"/><Relationship Id="rId13" Type="http://schemas.openxmlformats.org/officeDocument/2006/relationships/tags" Target="../tags/tag278.xml"/><Relationship Id="rId12" Type="http://schemas.openxmlformats.org/officeDocument/2006/relationships/tags" Target="../tags/tag277.xml"/><Relationship Id="rId11" Type="http://schemas.openxmlformats.org/officeDocument/2006/relationships/tags" Target="../tags/tag276.xml"/><Relationship Id="rId10" Type="http://schemas.openxmlformats.org/officeDocument/2006/relationships/tags" Target="../tags/tag275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3968" y="136131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3968" y="384098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84" y="523097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184" y="1983597"/>
            <a:ext cx="10515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84" y="523097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184" y="1983597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184" y="1983597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039" y="516256"/>
            <a:ext cx="10515890" cy="132434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039" y="1935192"/>
            <a:ext cx="5163349" cy="8277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8039" y="2818085"/>
            <a:ext cx="5163349" cy="352369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66931" y="1935192"/>
            <a:ext cx="5186998" cy="8277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66931" y="2818085"/>
            <a:ext cx="5186998" cy="352369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84" y="723122"/>
            <a:ext cx="4165349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1584" y="723123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8184" y="2323322"/>
            <a:ext cx="4165349" cy="3811588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884" y="523097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184" y="523097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838184" y="523097"/>
            <a:ext cx="10515600" cy="58118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封面页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氛围图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任意多边形 4"/>
          <p:cNvSpPr/>
          <p:nvPr userDrawn="1">
            <p:custDataLst>
              <p:tags r:id="rId4"/>
            </p:custDataLst>
          </p:nvPr>
        </p:nvSpPr>
        <p:spPr>
          <a:xfrm>
            <a:off x="1015999" y="0"/>
            <a:ext cx="1270635" cy="609600"/>
          </a:xfrm>
          <a:custGeom>
            <a:avLst/>
            <a:gdLst>
              <a:gd name="connisteX0" fmla="*/ 0 w 1270001"/>
              <a:gd name="connsiteY0" fmla="*/ 0 h 609603"/>
              <a:gd name="connisteX1" fmla="*/ 1270001 w 1270001"/>
              <a:gd name="connsiteY1" fmla="*/ 0 h 609603"/>
              <a:gd name="connisteX2" fmla="*/ 1270001 w 1270001"/>
              <a:gd name="connsiteY2" fmla="*/ 406395 h 609603"/>
              <a:gd name="connisteX3" fmla="*/ 1066803 w 1270001"/>
              <a:gd name="connsiteY3" fmla="*/ 609603 h 609603"/>
              <a:gd name="connisteX4" fmla="*/ 203197 w 1270001"/>
              <a:gd name="connsiteY4" fmla="*/ 609603 h 609603"/>
              <a:gd name="connisteX5" fmla="*/ 0 w 1270001"/>
              <a:gd name="connsiteY5" fmla="*/ 406395 h 609603"/>
              <a:gd name="connisteX6" fmla="*/ 0 w 1270001"/>
              <a:gd name="connsiteY6" fmla="*/ 0 h 609603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1270001" h="609603">
                <a:moveTo>
                  <a:pt x="0" y="0"/>
                </a:moveTo>
                <a:lnTo>
                  <a:pt x="1270001" y="0"/>
                </a:lnTo>
                <a:lnTo>
                  <a:pt x="1270001" y="406396"/>
                </a:lnTo>
                <a:cubicBezTo>
                  <a:pt x="1270001" y="518620"/>
                  <a:pt x="1179027" y="609603"/>
                  <a:pt x="1066803" y="609603"/>
                </a:cubicBezTo>
                <a:lnTo>
                  <a:pt x="203198" y="609603"/>
                </a:lnTo>
                <a:cubicBezTo>
                  <a:pt x="90974" y="609603"/>
                  <a:pt x="0" y="518620"/>
                  <a:pt x="0" y="406396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1"/>
              </a:gs>
            </a:gsLst>
            <a:lin ang="16200000"/>
          </a:gra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 dirty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3" hasCustomPrompt="1"/>
            <p:custDataLst>
              <p:tags r:id="rId8"/>
            </p:custDataLst>
          </p:nvPr>
        </p:nvSpPr>
        <p:spPr>
          <a:xfrm>
            <a:off x="1015999" y="2012948"/>
            <a:ext cx="9296403" cy="457200"/>
          </a:xfrm>
          <a:noFill/>
        </p:spPr>
        <p:txBody>
          <a:bodyPr lIns="0" tIns="0" rIns="0" bIns="0" anchor="t">
            <a:noAutofit/>
          </a:bodyPr>
          <a:lstStyle>
            <a:lvl1pPr algn="l">
              <a:lnSpc>
                <a:spcPct val="125000"/>
              </a:lnSpc>
              <a:buNone/>
              <a:defRPr sz="2400" b="0">
                <a:solidFill>
                  <a:srgbClr val="FFFFFF"/>
                </a:solidFill>
                <a:latin typeface="+mn-ea"/>
                <a:ea typeface="+mn-ea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20XX YEAR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7" name="标题 6"/>
          <p:cNvSpPr>
            <a:spLocks noGrp="1"/>
          </p:cNvSpPr>
          <p:nvPr>
            <p:ph type="ctrTitle" idx="14" hasCustomPrompt="1"/>
            <p:custDataLst>
              <p:tags r:id="rId9"/>
            </p:custDataLst>
          </p:nvPr>
        </p:nvSpPr>
        <p:spPr>
          <a:xfrm>
            <a:off x="1016000" y="2520950"/>
            <a:ext cx="9410700" cy="2489200"/>
          </a:xfrm>
          <a:noFill/>
        </p:spPr>
        <p:txBody>
          <a:bodyPr lIns="0" tIns="0" rIns="0" bIns="0" anchor="t">
            <a:normAutofit/>
          </a:bodyPr>
          <a:lstStyle>
            <a:lvl1pPr algn="l">
              <a:lnSpc>
                <a:spcPct val="111000"/>
              </a:lnSpc>
              <a:buNone/>
              <a:defRPr sz="6000" b="0">
                <a:solidFill>
                  <a:srgbClr val="FFFFFF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 smtClean="0">
                <a:latin typeface="汉仪刚艺体-85W" panose="00020600040101010101" charset="-122"/>
                <a:ea typeface="汉仪刚艺体-85W" panose="00020600040101010101" charset="-122"/>
              </a:rPr>
              <a:t>科技风年终总结汇报</a:t>
            </a:r>
            <a:endParaRPr lang="zh-CN" altLang="en-US" smtClean="0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8" name="文本占位符 7"/>
          <p:cNvSpPr>
            <a:spLocks noGrp="1"/>
          </p:cNvSpPr>
          <p:nvPr>
            <p:ph type="body" idx="15" hasCustomPrompt="1"/>
            <p:custDataLst>
              <p:tags r:id="rId10"/>
            </p:custDataLst>
          </p:nvPr>
        </p:nvSpPr>
        <p:spPr>
          <a:xfrm>
            <a:off x="1015999" y="5187946"/>
            <a:ext cx="9296403" cy="457200"/>
          </a:xfrm>
          <a:noFill/>
        </p:spPr>
        <p:txBody>
          <a:bodyPr lIns="0" tIns="0" rIns="0" bIns="0" anchor="t">
            <a:noAutofit/>
          </a:bodyPr>
          <a:lstStyle>
            <a:lvl1pPr algn="l">
              <a:lnSpc>
                <a:spcPct val="125000"/>
              </a:lnSpc>
              <a:buNone/>
              <a:defRPr sz="2400" b="0">
                <a:solidFill>
                  <a:srgbClr val="FFFFFF"/>
                </a:solidFill>
                <a:latin typeface="+mn-ea"/>
                <a:ea typeface="+mn-ea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BY WPS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节页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氛围图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任意多边形 7"/>
          <p:cNvSpPr/>
          <p:nvPr userDrawn="1">
            <p:custDataLst>
              <p:tags r:id="rId4"/>
            </p:custDataLst>
          </p:nvPr>
        </p:nvSpPr>
        <p:spPr>
          <a:xfrm>
            <a:off x="1041401" y="2476497"/>
            <a:ext cx="2336800" cy="1917700"/>
          </a:xfrm>
          <a:custGeom>
            <a:avLst/>
            <a:gdLst>
              <a:gd name="connisteX0" fmla="*/ 643728 w 2337078"/>
              <a:gd name="connsiteY0" fmla="*/ 197949 h 1917697"/>
              <a:gd name="connisteX1" fmla="*/ 929185 w 2337078"/>
              <a:gd name="connsiteY1" fmla="*/ 0 h 1917697"/>
              <a:gd name="connisteX2" fmla="*/ 2337078 w 2337078"/>
              <a:gd name="connsiteY2" fmla="*/ 0 h 1917697"/>
              <a:gd name="connisteX3" fmla="*/ 1693340 w 2337078"/>
              <a:gd name="connsiteY3" fmla="*/ 1719748 h 1917697"/>
              <a:gd name="connisteX4" fmla="*/ 1407883 w 2337078"/>
              <a:gd name="connsiteY4" fmla="*/ 1917697 h 1917697"/>
              <a:gd name="connisteX5" fmla="*/ 0 w 2337078"/>
              <a:gd name="connsiteY5" fmla="*/ 1917697 h 1917697"/>
              <a:gd name="connisteX6" fmla="*/ 643728 w 2337078"/>
              <a:gd name="connsiteY6" fmla="*/ 197949 h 1917697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2337078" h="1917698">
                <a:moveTo>
                  <a:pt x="643728" y="197949"/>
                </a:moveTo>
                <a:cubicBezTo>
                  <a:pt x="688296" y="78894"/>
                  <a:pt x="802066" y="0"/>
                  <a:pt x="929186" y="0"/>
                </a:cubicBezTo>
                <a:lnTo>
                  <a:pt x="2337078" y="0"/>
                </a:lnTo>
                <a:lnTo>
                  <a:pt x="1693341" y="1719749"/>
                </a:lnTo>
                <a:cubicBezTo>
                  <a:pt x="1648773" y="1838804"/>
                  <a:pt x="1535012" y="1917698"/>
                  <a:pt x="1407883" y="1917698"/>
                </a:cubicBezTo>
                <a:lnTo>
                  <a:pt x="0" y="1917698"/>
                </a:lnTo>
                <a:lnTo>
                  <a:pt x="643728" y="197949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1"/>
              </a:gs>
            </a:gsLst>
            <a:lin ang="16200000"/>
          </a:gra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ctrTitle" idx="13" hasCustomPrompt="1"/>
            <p:custDataLst>
              <p:tags r:id="rId8"/>
            </p:custDataLst>
          </p:nvPr>
        </p:nvSpPr>
        <p:spPr>
          <a:xfrm>
            <a:off x="3733800" y="2284095"/>
            <a:ext cx="7131685" cy="2289810"/>
          </a:xfrm>
          <a:noFill/>
        </p:spPr>
        <p:txBody>
          <a:bodyPr lIns="0" tIns="0" rIns="0" bIns="0" anchor="ctr">
            <a:normAutofit/>
          </a:bodyPr>
          <a:lstStyle>
            <a:lvl1pPr algn="l">
              <a:lnSpc>
                <a:spcPct val="104000"/>
              </a:lnSpc>
              <a:buNone/>
              <a:defRPr sz="4800" b="0">
                <a:solidFill>
                  <a:srgbClr val="FFFFFF"/>
                </a:solidFill>
                <a:latin typeface="+mn-ea"/>
                <a:ea typeface="+mn-ea"/>
              </a:defRPr>
            </a:lvl1pPr>
          </a:lstStyle>
          <a:p>
            <a:r>
              <a:rPr lang="zh-CN" altLang="en-US" smtClean="0"/>
              <a:t>章节页的标题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4" hasCustomPrompt="1"/>
            <p:custDataLst>
              <p:tags r:id="rId9"/>
            </p:custDataLst>
          </p:nvPr>
        </p:nvSpPr>
        <p:spPr>
          <a:xfrm>
            <a:off x="368302" y="2351450"/>
            <a:ext cx="2451104" cy="2117741"/>
          </a:xfrm>
          <a:noFill/>
        </p:spPr>
        <p:txBody>
          <a:bodyPr lIns="0" tIns="0" rIns="0" bIns="0" anchor="ctr">
            <a:noAutofit/>
          </a:bodyPr>
          <a:lstStyle>
            <a:lvl1pPr algn="r">
              <a:lnSpc>
                <a:spcPct val="109000"/>
              </a:lnSpc>
              <a:buNone/>
              <a:defRPr sz="10000" b="0">
                <a:solidFill>
                  <a:srgbClr val="FFFFFF"/>
                </a:solidFill>
                <a:latin typeface="+mj-ea"/>
                <a:ea typeface="+mj-ea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smtClean="0"/>
              <a:t>0</a:t>
            </a:r>
            <a:r>
              <a:rPr lang="en-US" altLang="zh-CN" smtClean="0"/>
              <a:t>1</a:t>
            </a:r>
            <a:endParaRPr lang="en-US" altLang="zh-CN" smtClean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氛围图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任意多边形 7"/>
          <p:cNvSpPr/>
          <p:nvPr userDrawn="1">
            <p:custDataLst>
              <p:tags r:id="rId4"/>
            </p:custDataLst>
          </p:nvPr>
        </p:nvSpPr>
        <p:spPr>
          <a:xfrm>
            <a:off x="5156201" y="2882902"/>
            <a:ext cx="1879600" cy="165100"/>
          </a:xfrm>
          <a:custGeom>
            <a:avLst/>
            <a:gdLst>
              <a:gd name="connisteX0" fmla="*/ 0 w 1879604"/>
              <a:gd name="connsiteY0" fmla="*/ 82552 h 165104"/>
              <a:gd name="connisteX1" fmla="*/ 82552 w 1879604"/>
              <a:gd name="connsiteY1" fmla="*/ 0 h 165104"/>
              <a:gd name="connisteX2" fmla="*/ 1797052 w 1879604"/>
              <a:gd name="connsiteY2" fmla="*/ 0 h 165104"/>
              <a:gd name="connisteX3" fmla="*/ 1879604 w 1879604"/>
              <a:gd name="connsiteY3" fmla="*/ 82552 h 165104"/>
              <a:gd name="connisteX4" fmla="*/ 1879604 w 1879604"/>
              <a:gd name="connsiteY4" fmla="*/ 82552 h 165104"/>
              <a:gd name="connisteX5" fmla="*/ 1797052 w 1879604"/>
              <a:gd name="connsiteY5" fmla="*/ 165104 h 165104"/>
              <a:gd name="connisteX6" fmla="*/ 82552 w 1879604"/>
              <a:gd name="connsiteY6" fmla="*/ 165104 h 165104"/>
              <a:gd name="connisteX7" fmla="*/ 0 w 1879604"/>
              <a:gd name="connsiteY7" fmla="*/ 82552 h 165104"/>
              <a:gd name="connisteX8" fmla="*/ 0 w 1879604"/>
              <a:gd name="connsiteY8" fmla="*/ 82552 h 165104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879604" h="165104">
                <a:moveTo>
                  <a:pt x="0" y="82552"/>
                </a:moveTo>
                <a:cubicBezTo>
                  <a:pt x="0" y="36960"/>
                  <a:pt x="36960" y="0"/>
                  <a:pt x="82552" y="0"/>
                </a:cubicBezTo>
                <a:lnTo>
                  <a:pt x="1797052" y="0"/>
                </a:lnTo>
                <a:cubicBezTo>
                  <a:pt x="1842644" y="0"/>
                  <a:pt x="1879604" y="36960"/>
                  <a:pt x="1879604" y="82552"/>
                </a:cubicBezTo>
                <a:lnTo>
                  <a:pt x="1879604" y="82552"/>
                </a:lnTo>
                <a:cubicBezTo>
                  <a:pt x="1879604" y="128144"/>
                  <a:pt x="1842644" y="165104"/>
                  <a:pt x="1797052" y="165104"/>
                </a:cubicBezTo>
                <a:lnTo>
                  <a:pt x="82552" y="165104"/>
                </a:lnTo>
                <a:cubicBezTo>
                  <a:pt x="36960" y="165104"/>
                  <a:pt x="0" y="128144"/>
                  <a:pt x="0" y="82552"/>
                </a:cubicBezTo>
                <a:lnTo>
                  <a:pt x="0" y="82552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1"/>
              </a:gs>
            </a:gsLst>
            <a:lin ang="0"/>
          </a:gra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9" name="副标题 8"/>
          <p:cNvSpPr>
            <a:spLocks noGrp="1"/>
          </p:cNvSpPr>
          <p:nvPr>
            <p:ph type="subTitle" idx="13" hasCustomPrompt="1"/>
            <p:custDataLst>
              <p:tags r:id="rId8"/>
            </p:custDataLst>
          </p:nvPr>
        </p:nvSpPr>
        <p:spPr>
          <a:xfrm>
            <a:off x="3898901" y="2613657"/>
            <a:ext cx="4394204" cy="457200"/>
          </a:xfrm>
          <a:noFill/>
        </p:spPr>
        <p:txBody>
          <a:bodyPr lIns="0" tIns="0" rIns="0" bIns="0" anchor="t">
            <a:noAutofit/>
          </a:bodyPr>
          <a:lstStyle>
            <a:lvl1pPr marL="0" indent="0" algn="ctr">
              <a:lnSpc>
                <a:spcPct val="125000"/>
              </a:lnSpc>
              <a:buNone/>
              <a:defRPr sz="2400" b="0">
                <a:solidFill>
                  <a:srgbClr val="FFFFFF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THE END</a:t>
            </a:r>
            <a:endParaRPr lang="zh-CN" altLang="en-US" smtClean="0"/>
          </a:p>
        </p:txBody>
      </p:sp>
      <p:sp>
        <p:nvSpPr>
          <p:cNvPr id="10" name="标题 9"/>
          <p:cNvSpPr>
            <a:spLocks noGrp="1"/>
          </p:cNvSpPr>
          <p:nvPr>
            <p:ph type="ctrTitle" idx="14" hasCustomPrompt="1"/>
            <p:custDataLst>
              <p:tags r:id="rId9"/>
            </p:custDataLst>
          </p:nvPr>
        </p:nvSpPr>
        <p:spPr>
          <a:xfrm>
            <a:off x="3835396" y="3206746"/>
            <a:ext cx="4521196" cy="1015999"/>
          </a:xfrm>
          <a:noFill/>
        </p:spPr>
        <p:txBody>
          <a:bodyPr lIns="0" tIns="0" rIns="0" bIns="0" anchor="t">
            <a:noAutofit/>
          </a:bodyPr>
          <a:lstStyle>
            <a:lvl1pPr algn="ctr">
              <a:lnSpc>
                <a:spcPct val="104000"/>
              </a:lnSpc>
              <a:buNone/>
              <a:defRPr sz="6400" b="0">
                <a:solidFill>
                  <a:srgbClr val="FFFFFF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 smtClean="0"/>
              <a:t>谢谢观看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目录页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任意多边形 4"/>
          <p:cNvSpPr/>
          <p:nvPr userDrawn="1">
            <p:custDataLst>
              <p:tags r:id="rId5"/>
            </p:custDataLst>
          </p:nvPr>
        </p:nvSpPr>
        <p:spPr>
          <a:xfrm>
            <a:off x="10921996" y="6349996"/>
            <a:ext cx="1270000" cy="508635"/>
          </a:xfrm>
          <a:custGeom>
            <a:avLst/>
            <a:gdLst>
              <a:gd name="connisteX0" fmla="*/ 0 w 1270001"/>
              <a:gd name="connsiteY0" fmla="*/ 203197 h 508004"/>
              <a:gd name="connisteX1" fmla="*/ 203197 w 1270001"/>
              <a:gd name="connsiteY1" fmla="*/ 0 h 508004"/>
              <a:gd name="connisteX2" fmla="*/ 1270001 w 1270001"/>
              <a:gd name="connsiteY2" fmla="*/ 0 h 508004"/>
              <a:gd name="connisteX3" fmla="*/ 1270001 w 1270001"/>
              <a:gd name="connsiteY3" fmla="*/ 508004 h 508004"/>
              <a:gd name="connisteX4" fmla="*/ 0 w 1270001"/>
              <a:gd name="connsiteY4" fmla="*/ 508004 h 508004"/>
              <a:gd name="connisteX5" fmla="*/ 0 w 1270001"/>
              <a:gd name="connsiteY5" fmla="*/ 203197 h 508004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</a:cxnLst>
            <a:pathLst>
              <a:path w="1270001" h="508004">
                <a:moveTo>
                  <a:pt x="0" y="203198"/>
                </a:moveTo>
                <a:cubicBezTo>
                  <a:pt x="0" y="90974"/>
                  <a:pt x="90974" y="0"/>
                  <a:pt x="203198" y="0"/>
                </a:cubicBezTo>
                <a:lnTo>
                  <a:pt x="1270001" y="0"/>
                </a:lnTo>
                <a:lnTo>
                  <a:pt x="1270001" y="508004"/>
                </a:lnTo>
                <a:lnTo>
                  <a:pt x="0" y="508004"/>
                </a:lnTo>
                <a:lnTo>
                  <a:pt x="0" y="203198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1"/>
              </a:gs>
            </a:gsLst>
            <a:lin ang="16200000"/>
          </a:gra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 descr="C:/Users/win10/AppData/Local/Temp/figmazip/slide_935eabbb91aa80f5\datas\氛围图-12001&amp;66983.png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 r:link="rId8"/>
          <a:stretch>
            <a:fillRect/>
          </a:stretch>
        </p:blipFill>
        <p:spPr>
          <a:xfrm>
            <a:off x="0" y="0"/>
            <a:ext cx="3581400" cy="6858000"/>
          </a:xfrm>
          <a:prstGeom prst="rect">
            <a:avLst/>
          </a:prstGeom>
        </p:spPr>
      </p:pic>
      <p:sp>
        <p:nvSpPr>
          <p:cNvPr id="7" name="副标题 6"/>
          <p:cNvSpPr>
            <a:spLocks noGrp="1"/>
          </p:cNvSpPr>
          <p:nvPr>
            <p:ph type="subTitle" idx="13" hasCustomPrompt="1"/>
            <p:custDataLst>
              <p:tags r:id="rId9"/>
            </p:custDataLst>
          </p:nvPr>
        </p:nvSpPr>
        <p:spPr>
          <a:xfrm>
            <a:off x="609603" y="2766057"/>
            <a:ext cx="2438403" cy="457200"/>
          </a:xfrm>
          <a:noFill/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25000"/>
              </a:lnSpc>
              <a:buNone/>
              <a:defRPr sz="2400" b="0">
                <a:solidFill>
                  <a:srgbClr val="FFFFFF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CONTENTS</a:t>
            </a:r>
            <a:endParaRPr lang="zh-CN" altLang="en-US" smtClean="0"/>
          </a:p>
        </p:txBody>
      </p:sp>
      <p:sp>
        <p:nvSpPr>
          <p:cNvPr id="8" name="标题 7"/>
          <p:cNvSpPr>
            <a:spLocks noGrp="1"/>
          </p:cNvSpPr>
          <p:nvPr>
            <p:ph type="ctrTitle" idx="14" hasCustomPrompt="1"/>
            <p:custDataLst>
              <p:tags r:id="rId10"/>
            </p:custDataLst>
          </p:nvPr>
        </p:nvSpPr>
        <p:spPr>
          <a:xfrm>
            <a:off x="609603" y="3289298"/>
            <a:ext cx="2501899" cy="761997"/>
          </a:xfrm>
          <a:noFill/>
        </p:spPr>
        <p:txBody>
          <a:bodyPr lIns="0" tIns="0" rIns="0" bIns="0" anchor="t">
            <a:noAutofit/>
          </a:bodyPr>
          <a:lstStyle>
            <a:lvl1pPr algn="l">
              <a:lnSpc>
                <a:spcPct val="114000"/>
              </a:lnSpc>
              <a:buNone/>
              <a:defRPr sz="4400" b="1">
                <a:solidFill>
                  <a:srgbClr val="FFFFFF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 smtClean="0"/>
              <a:t>目录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页-1-5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1" name="Subtitle 10"/>
          <p:cNvSpPr>
            <a:spLocks noGrp="1"/>
          </p:cNvSpPr>
          <p:nvPr>
            <p:ph type="subTitle" idx="17826305" hasCustomPrompt="1"/>
            <p:custDataLst>
              <p:tags r:id="rId5"/>
            </p:custDataLst>
          </p:nvPr>
        </p:nvSpPr>
        <p:spPr>
          <a:xfrm>
            <a:off x="761471" y="2667000"/>
            <a:ext cx="2363258" cy="457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CONTENTS</a:t>
            </a:r>
            <a:endParaRPr lang="zh-CN" altLang="en-US"/>
          </a:p>
        </p:txBody>
      </p:sp>
      <p:sp>
        <p:nvSpPr>
          <p:cNvPr id="12" name="Title 11"/>
          <p:cNvSpPr>
            <a:spLocks noGrp="1"/>
          </p:cNvSpPr>
          <p:nvPr>
            <p:ph type="ctrTitle" idx="17826049" hasCustomPrompt="1"/>
            <p:custDataLst>
              <p:tags r:id="rId6"/>
            </p:custDataLst>
          </p:nvPr>
        </p:nvSpPr>
        <p:spPr>
          <a:xfrm>
            <a:off x="760942" y="3175000"/>
            <a:ext cx="2364317" cy="762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None/>
              <a:defRPr sz="4800" b="1" spc="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目录</a:t>
            </a:r>
            <a:endParaRPr lang="zh-CN" alt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319883777" hasCustomPrompt="1"/>
            <p:custDataLst>
              <p:tags r:id="rId7"/>
            </p:custDataLst>
          </p:nvPr>
        </p:nvSpPr>
        <p:spPr>
          <a:xfrm>
            <a:off x="4070350" y="22860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01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319883522" hasCustomPrompt="1"/>
            <p:custDataLst>
              <p:tags r:id="rId8"/>
            </p:custDataLst>
          </p:nvPr>
        </p:nvSpPr>
        <p:spPr>
          <a:xfrm>
            <a:off x="4851400" y="22098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Text Placeholder 14"/>
          <p:cNvSpPr>
            <a:spLocks noGrp="1"/>
          </p:cNvSpPr>
          <p:nvPr>
            <p:ph type="body" idx="51446017" hasCustomPrompt="1"/>
            <p:custDataLst>
              <p:tags r:id="rId9"/>
            </p:custDataLst>
          </p:nvPr>
        </p:nvSpPr>
        <p:spPr>
          <a:xfrm>
            <a:off x="5080000" y="21336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6" name="Text Placeholder 15"/>
          <p:cNvSpPr>
            <a:spLocks noGrp="1"/>
          </p:cNvSpPr>
          <p:nvPr>
            <p:ph type="body" idx="319949313" hasCustomPrompt="1"/>
            <p:custDataLst>
              <p:tags r:id="rId10"/>
            </p:custDataLst>
          </p:nvPr>
        </p:nvSpPr>
        <p:spPr>
          <a:xfrm>
            <a:off x="7994650" y="22860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02</a:t>
            </a:r>
            <a:endParaRPr lang="zh-CN" altLang="en-US" smtClean="0"/>
          </a:p>
        </p:txBody>
      </p:sp>
      <p:sp>
        <p:nvSpPr>
          <p:cNvPr id="17" name="装饰  6"/>
          <p:cNvSpPr>
            <a:spLocks noGrp="1"/>
          </p:cNvSpPr>
          <p:nvPr>
            <p:ph type="body" idx="319949058" hasCustomPrompt="1"/>
            <p:custDataLst>
              <p:tags r:id="rId11"/>
            </p:custDataLst>
          </p:nvPr>
        </p:nvSpPr>
        <p:spPr>
          <a:xfrm>
            <a:off x="8775700" y="22098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8" name="Text Placeholder 17"/>
          <p:cNvSpPr>
            <a:spLocks noGrp="1"/>
          </p:cNvSpPr>
          <p:nvPr>
            <p:ph type="body" idx="51511553" hasCustomPrompt="1"/>
            <p:custDataLst>
              <p:tags r:id="rId12"/>
            </p:custDataLst>
          </p:nvPr>
        </p:nvSpPr>
        <p:spPr>
          <a:xfrm>
            <a:off x="9004300" y="21336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Text Placeholder 18"/>
          <p:cNvSpPr>
            <a:spLocks noGrp="1"/>
          </p:cNvSpPr>
          <p:nvPr>
            <p:ph type="body" idx="320014849" hasCustomPrompt="1"/>
            <p:custDataLst>
              <p:tags r:id="rId13"/>
            </p:custDataLst>
          </p:nvPr>
        </p:nvSpPr>
        <p:spPr>
          <a:xfrm>
            <a:off x="4070350" y="39624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03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320014594" hasCustomPrompt="1"/>
            <p:custDataLst>
              <p:tags r:id="rId14"/>
            </p:custDataLst>
          </p:nvPr>
        </p:nvSpPr>
        <p:spPr>
          <a:xfrm>
            <a:off x="4851400" y="38862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51577089" hasCustomPrompt="1"/>
            <p:custDataLst>
              <p:tags r:id="rId15"/>
            </p:custDataLst>
          </p:nvPr>
        </p:nvSpPr>
        <p:spPr>
          <a:xfrm>
            <a:off x="5080000" y="38100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2" name="Text Placeholder 21"/>
          <p:cNvSpPr>
            <a:spLocks noGrp="1"/>
          </p:cNvSpPr>
          <p:nvPr>
            <p:ph type="body" idx="320080385" hasCustomPrompt="1"/>
            <p:custDataLst>
              <p:tags r:id="rId16"/>
            </p:custDataLst>
          </p:nvPr>
        </p:nvSpPr>
        <p:spPr>
          <a:xfrm>
            <a:off x="7994650" y="39624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04</a:t>
            </a:r>
            <a:endParaRPr lang="zh-CN" altLang="en-US" smtClean="0"/>
          </a:p>
        </p:txBody>
      </p:sp>
      <p:sp>
        <p:nvSpPr>
          <p:cNvPr id="23" name="装饰  2"/>
          <p:cNvSpPr>
            <a:spLocks noGrp="1"/>
          </p:cNvSpPr>
          <p:nvPr>
            <p:ph type="body" idx="320080130" hasCustomPrompt="1"/>
            <p:custDataLst>
              <p:tags r:id="rId17"/>
            </p:custDataLst>
          </p:nvPr>
        </p:nvSpPr>
        <p:spPr>
          <a:xfrm>
            <a:off x="8775700" y="38862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4" name="Text Placeholder 23"/>
          <p:cNvSpPr>
            <a:spLocks noGrp="1"/>
          </p:cNvSpPr>
          <p:nvPr>
            <p:ph type="body" idx="51642625" hasCustomPrompt="1"/>
            <p:custDataLst>
              <p:tags r:id="rId18"/>
            </p:custDataLst>
          </p:nvPr>
        </p:nvSpPr>
        <p:spPr>
          <a:xfrm>
            <a:off x="9004300" y="38100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节页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氛围图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任意多边形 7"/>
          <p:cNvSpPr/>
          <p:nvPr userDrawn="1">
            <p:custDataLst>
              <p:tags r:id="rId4"/>
            </p:custDataLst>
          </p:nvPr>
        </p:nvSpPr>
        <p:spPr>
          <a:xfrm>
            <a:off x="1041401" y="2476497"/>
            <a:ext cx="2336800" cy="1917700"/>
          </a:xfrm>
          <a:custGeom>
            <a:avLst/>
            <a:gdLst>
              <a:gd name="connisteX0" fmla="*/ 643728 w 2337078"/>
              <a:gd name="connsiteY0" fmla="*/ 197949 h 1917697"/>
              <a:gd name="connisteX1" fmla="*/ 929185 w 2337078"/>
              <a:gd name="connsiteY1" fmla="*/ 0 h 1917697"/>
              <a:gd name="connisteX2" fmla="*/ 2337078 w 2337078"/>
              <a:gd name="connsiteY2" fmla="*/ 0 h 1917697"/>
              <a:gd name="connisteX3" fmla="*/ 1693340 w 2337078"/>
              <a:gd name="connsiteY3" fmla="*/ 1719748 h 1917697"/>
              <a:gd name="connisteX4" fmla="*/ 1407883 w 2337078"/>
              <a:gd name="connsiteY4" fmla="*/ 1917697 h 1917697"/>
              <a:gd name="connisteX5" fmla="*/ 0 w 2337078"/>
              <a:gd name="connsiteY5" fmla="*/ 1917697 h 1917697"/>
              <a:gd name="connisteX6" fmla="*/ 643728 w 2337078"/>
              <a:gd name="connsiteY6" fmla="*/ 197949 h 1917697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2337078" h="1917698">
                <a:moveTo>
                  <a:pt x="643728" y="197949"/>
                </a:moveTo>
                <a:cubicBezTo>
                  <a:pt x="688296" y="78894"/>
                  <a:pt x="802066" y="0"/>
                  <a:pt x="929186" y="0"/>
                </a:cubicBezTo>
                <a:lnTo>
                  <a:pt x="2337078" y="0"/>
                </a:lnTo>
                <a:lnTo>
                  <a:pt x="1693341" y="1719749"/>
                </a:lnTo>
                <a:cubicBezTo>
                  <a:pt x="1648773" y="1838804"/>
                  <a:pt x="1535012" y="1917698"/>
                  <a:pt x="1407883" y="1917698"/>
                </a:cubicBezTo>
                <a:lnTo>
                  <a:pt x="0" y="1917698"/>
                </a:lnTo>
                <a:lnTo>
                  <a:pt x="643728" y="197949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1"/>
              </a:gs>
            </a:gsLst>
            <a:lin ang="16200000"/>
          </a:gra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ctrTitle" idx="13" hasCustomPrompt="1"/>
            <p:custDataLst>
              <p:tags r:id="rId8"/>
            </p:custDataLst>
          </p:nvPr>
        </p:nvSpPr>
        <p:spPr>
          <a:xfrm>
            <a:off x="3733800" y="2284095"/>
            <a:ext cx="7131685" cy="2289810"/>
          </a:xfrm>
          <a:noFill/>
        </p:spPr>
        <p:txBody>
          <a:bodyPr lIns="0" tIns="0" rIns="0" bIns="0" anchor="ctr">
            <a:normAutofit/>
          </a:bodyPr>
          <a:lstStyle>
            <a:lvl1pPr algn="l">
              <a:lnSpc>
                <a:spcPct val="104000"/>
              </a:lnSpc>
              <a:buNone/>
              <a:defRPr sz="4800" b="0">
                <a:solidFill>
                  <a:srgbClr val="FFFFFF"/>
                </a:solidFill>
                <a:latin typeface="+mn-ea"/>
                <a:ea typeface="+mn-ea"/>
              </a:defRPr>
            </a:lvl1pPr>
          </a:lstStyle>
          <a:p>
            <a:r>
              <a:rPr lang="zh-CN" altLang="en-US" smtClean="0">
                <a:latin typeface="汉仪刚艺体-85W" panose="00020600040101010101" charset="-122"/>
                <a:ea typeface="汉仪刚艺体-85W" panose="00020600040101010101" charset="-122"/>
              </a:rPr>
              <a:t>章节页的标题</a:t>
            </a:r>
            <a:endParaRPr lang="zh-CN" altLang="en-US" smtClean="0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10" name="文本占位符 9"/>
          <p:cNvSpPr>
            <a:spLocks noGrp="1"/>
          </p:cNvSpPr>
          <p:nvPr>
            <p:ph type="body" idx="14" hasCustomPrompt="1"/>
            <p:custDataLst>
              <p:tags r:id="rId9"/>
            </p:custDataLst>
          </p:nvPr>
        </p:nvSpPr>
        <p:spPr>
          <a:xfrm>
            <a:off x="368302" y="2351450"/>
            <a:ext cx="2451104" cy="2117741"/>
          </a:xfrm>
          <a:noFill/>
        </p:spPr>
        <p:txBody>
          <a:bodyPr lIns="0" tIns="0" rIns="0" bIns="0" anchor="ctr">
            <a:noAutofit/>
          </a:bodyPr>
          <a:lstStyle>
            <a:lvl1pPr algn="r">
              <a:lnSpc>
                <a:spcPct val="109000"/>
              </a:lnSpc>
              <a:buNone/>
              <a:defRPr sz="10000" b="0">
                <a:solidFill>
                  <a:srgbClr val="FFFFFF"/>
                </a:solidFill>
                <a:latin typeface="+mj-ea"/>
                <a:ea typeface="+mj-ea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0</a:t>
            </a:r>
            <a:r>
              <a:rPr lang="en-US" altLang="zh-CN" smtClean="0">
                <a:latin typeface="MiSans Normal" panose="00000500000000000000" charset="-122"/>
                <a:ea typeface="MiSans Normal" panose="00000500000000000000" charset="-122"/>
              </a:rPr>
              <a:t>1</a:t>
            </a:r>
            <a:endParaRPr lang="en-US" altLang="zh-CN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氛围图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任意多边形 7"/>
          <p:cNvSpPr/>
          <p:nvPr userDrawn="1">
            <p:custDataLst>
              <p:tags r:id="rId4"/>
            </p:custDataLst>
          </p:nvPr>
        </p:nvSpPr>
        <p:spPr>
          <a:xfrm>
            <a:off x="5156201" y="2882902"/>
            <a:ext cx="1879600" cy="165100"/>
          </a:xfrm>
          <a:custGeom>
            <a:avLst/>
            <a:gdLst>
              <a:gd name="connisteX0" fmla="*/ 0 w 1879604"/>
              <a:gd name="connsiteY0" fmla="*/ 82552 h 165104"/>
              <a:gd name="connisteX1" fmla="*/ 82552 w 1879604"/>
              <a:gd name="connsiteY1" fmla="*/ 0 h 165104"/>
              <a:gd name="connisteX2" fmla="*/ 1797052 w 1879604"/>
              <a:gd name="connsiteY2" fmla="*/ 0 h 165104"/>
              <a:gd name="connisteX3" fmla="*/ 1879604 w 1879604"/>
              <a:gd name="connsiteY3" fmla="*/ 82552 h 165104"/>
              <a:gd name="connisteX4" fmla="*/ 1879604 w 1879604"/>
              <a:gd name="connsiteY4" fmla="*/ 82552 h 165104"/>
              <a:gd name="connisteX5" fmla="*/ 1797052 w 1879604"/>
              <a:gd name="connsiteY5" fmla="*/ 165104 h 165104"/>
              <a:gd name="connisteX6" fmla="*/ 82552 w 1879604"/>
              <a:gd name="connsiteY6" fmla="*/ 165104 h 165104"/>
              <a:gd name="connisteX7" fmla="*/ 0 w 1879604"/>
              <a:gd name="connsiteY7" fmla="*/ 82552 h 165104"/>
              <a:gd name="connisteX8" fmla="*/ 0 w 1879604"/>
              <a:gd name="connsiteY8" fmla="*/ 82552 h 165104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879604" h="165104">
                <a:moveTo>
                  <a:pt x="0" y="82552"/>
                </a:moveTo>
                <a:cubicBezTo>
                  <a:pt x="0" y="36960"/>
                  <a:pt x="36960" y="0"/>
                  <a:pt x="82552" y="0"/>
                </a:cubicBezTo>
                <a:lnTo>
                  <a:pt x="1797052" y="0"/>
                </a:lnTo>
                <a:cubicBezTo>
                  <a:pt x="1842644" y="0"/>
                  <a:pt x="1879604" y="36960"/>
                  <a:pt x="1879604" y="82552"/>
                </a:cubicBezTo>
                <a:lnTo>
                  <a:pt x="1879604" y="82552"/>
                </a:lnTo>
                <a:cubicBezTo>
                  <a:pt x="1879604" y="128144"/>
                  <a:pt x="1842644" y="165104"/>
                  <a:pt x="1797052" y="165104"/>
                </a:cubicBezTo>
                <a:lnTo>
                  <a:pt x="82552" y="165104"/>
                </a:lnTo>
                <a:cubicBezTo>
                  <a:pt x="36960" y="165104"/>
                  <a:pt x="0" y="128144"/>
                  <a:pt x="0" y="82552"/>
                </a:cubicBezTo>
                <a:lnTo>
                  <a:pt x="0" y="82552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1"/>
              </a:gs>
            </a:gsLst>
            <a:lin ang="0"/>
          </a:gradFill>
          <a:ln w="0">
            <a:noFill/>
          </a:ln>
          <a:extLst>
            <a:ext uri="{91240B29-F687-4F45-9708-019B960494DF}">
              <a14:hiddenLine xmlns:a14="http://schemas.microsoft.com/office/drawing/2010/main" w="0">
                <a:pattFill prst="pct5">
                  <a:fgClr>
                    <a:schemeClr val="accent1">
                      <a:lumMod val="75000"/>
                    </a:schemeClr>
                  </a:fgClr>
                </a:pattFill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副标题 8"/>
          <p:cNvSpPr>
            <a:spLocks noGrp="1"/>
          </p:cNvSpPr>
          <p:nvPr>
            <p:ph type="subTitle" idx="13" hasCustomPrompt="1"/>
            <p:custDataLst>
              <p:tags r:id="rId8"/>
            </p:custDataLst>
          </p:nvPr>
        </p:nvSpPr>
        <p:spPr>
          <a:xfrm>
            <a:off x="3898901" y="2613657"/>
            <a:ext cx="4394204" cy="457200"/>
          </a:xfrm>
          <a:noFill/>
        </p:spPr>
        <p:txBody>
          <a:bodyPr lIns="0" tIns="0" rIns="0" bIns="0" anchor="t">
            <a:noAutofit/>
          </a:bodyPr>
          <a:lstStyle>
            <a:lvl1pPr marL="0" indent="0" algn="ctr">
              <a:lnSpc>
                <a:spcPct val="125000"/>
              </a:lnSpc>
              <a:buNone/>
              <a:defRPr sz="2400" b="0">
                <a:solidFill>
                  <a:srgbClr val="FFFFFF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THE END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标题 9"/>
          <p:cNvSpPr>
            <a:spLocks noGrp="1"/>
          </p:cNvSpPr>
          <p:nvPr>
            <p:ph type="ctrTitle" idx="14" hasCustomPrompt="1"/>
            <p:custDataLst>
              <p:tags r:id="rId9"/>
            </p:custDataLst>
          </p:nvPr>
        </p:nvSpPr>
        <p:spPr>
          <a:xfrm>
            <a:off x="3835396" y="3206746"/>
            <a:ext cx="4521196" cy="1015999"/>
          </a:xfrm>
          <a:noFill/>
        </p:spPr>
        <p:txBody>
          <a:bodyPr lIns="0" tIns="0" rIns="0" bIns="0" anchor="t">
            <a:noAutofit/>
          </a:bodyPr>
          <a:lstStyle>
            <a:lvl1pPr algn="ctr">
              <a:lnSpc>
                <a:spcPct val="104000"/>
              </a:lnSpc>
              <a:buNone/>
              <a:defRPr sz="6400" b="0">
                <a:solidFill>
                  <a:srgbClr val="FFFFFF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 smtClean="0">
                <a:latin typeface="汉仪刚艺体-85W" panose="00020600040101010101" charset="-122"/>
                <a:ea typeface="汉仪刚艺体-85W" panose="00020600040101010101" charset="-122"/>
              </a:rPr>
              <a:t>谢谢观看</a:t>
            </a:r>
            <a:endParaRPr lang="zh-CN" altLang="en-US" smtClean="0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页-1-5_5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1" name="副标题 10"/>
          <p:cNvSpPr>
            <a:spLocks noGrp="1"/>
          </p:cNvSpPr>
          <p:nvPr>
            <p:ph type="subTitle" idx="16386" hasCustomPrompt="1"/>
            <p:custDataLst>
              <p:tags r:id="rId5"/>
            </p:custDataLst>
          </p:nvPr>
        </p:nvSpPr>
        <p:spPr>
          <a:xfrm>
            <a:off x="761471" y="2667000"/>
            <a:ext cx="2363258" cy="4572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CONTENTS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2" name="标题 11"/>
          <p:cNvSpPr>
            <a:spLocks noGrp="1"/>
          </p:cNvSpPr>
          <p:nvPr>
            <p:ph type="ctrTitle" idx="16385" hasCustomPrompt="1"/>
            <p:custDataLst>
              <p:tags r:id="rId6"/>
            </p:custDataLst>
          </p:nvPr>
        </p:nvSpPr>
        <p:spPr>
          <a:xfrm>
            <a:off x="760942" y="3175000"/>
            <a:ext cx="2364317" cy="762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4000"/>
              </a:lnSpc>
              <a:spcBef>
                <a:spcPct val="0"/>
              </a:spcBef>
              <a:spcAft>
                <a:spcPct val="0"/>
              </a:spcAft>
              <a:buNone/>
              <a:defRPr sz="4800" b="1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目录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7"/>
            </p:custDataLst>
          </p:nvPr>
        </p:nvSpPr>
        <p:spPr>
          <a:xfrm>
            <a:off x="4070350" y="14478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01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4" name="装饰  3"/>
          <p:cNvSpPr>
            <a:spLocks noGrp="1"/>
          </p:cNvSpPr>
          <p:nvPr>
            <p:ph type="body" idx="16397" hasCustomPrompt="1"/>
            <p:custDataLst>
              <p:tags r:id="rId8"/>
            </p:custDataLst>
          </p:nvPr>
        </p:nvSpPr>
        <p:spPr>
          <a:xfrm>
            <a:off x="4851400" y="13716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5080000" y="12954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6" name="文本占位符 15"/>
          <p:cNvSpPr>
            <a:spLocks noGrp="1"/>
          </p:cNvSpPr>
          <p:nvPr>
            <p:ph type="body" idx="16390" hasCustomPrompt="1"/>
            <p:custDataLst>
              <p:tags r:id="rId10"/>
            </p:custDataLst>
          </p:nvPr>
        </p:nvSpPr>
        <p:spPr>
          <a:xfrm>
            <a:off x="7994650" y="14478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02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7" name="装饰  6"/>
          <p:cNvSpPr>
            <a:spLocks noGrp="1"/>
          </p:cNvSpPr>
          <p:nvPr>
            <p:ph type="body" idx="16398" hasCustomPrompt="1"/>
            <p:custDataLst>
              <p:tags r:id="rId11"/>
            </p:custDataLst>
          </p:nvPr>
        </p:nvSpPr>
        <p:spPr>
          <a:xfrm>
            <a:off x="8775700" y="13716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9004300" y="12954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9" name="文本占位符 18"/>
          <p:cNvSpPr>
            <a:spLocks noGrp="1"/>
          </p:cNvSpPr>
          <p:nvPr>
            <p:ph type="body" idx="16392" hasCustomPrompt="1"/>
            <p:custDataLst>
              <p:tags r:id="rId13"/>
            </p:custDataLst>
          </p:nvPr>
        </p:nvSpPr>
        <p:spPr>
          <a:xfrm>
            <a:off x="4070350" y="31242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03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0" name="装饰  9"/>
          <p:cNvSpPr>
            <a:spLocks noGrp="1"/>
          </p:cNvSpPr>
          <p:nvPr>
            <p:ph type="body" idx="16399" hasCustomPrompt="1"/>
            <p:custDataLst>
              <p:tags r:id="rId14"/>
            </p:custDataLst>
          </p:nvPr>
        </p:nvSpPr>
        <p:spPr>
          <a:xfrm>
            <a:off x="4851400" y="30480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5"/>
            </p:custDataLst>
          </p:nvPr>
        </p:nvSpPr>
        <p:spPr>
          <a:xfrm>
            <a:off x="5080000" y="29718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2" name="文本占位符 21"/>
          <p:cNvSpPr>
            <a:spLocks noGrp="1"/>
          </p:cNvSpPr>
          <p:nvPr>
            <p:ph type="body" idx="16394" hasCustomPrompt="1"/>
            <p:custDataLst>
              <p:tags r:id="rId16"/>
            </p:custDataLst>
          </p:nvPr>
        </p:nvSpPr>
        <p:spPr>
          <a:xfrm>
            <a:off x="7994650" y="31242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04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3" name="装饰  2"/>
          <p:cNvSpPr>
            <a:spLocks noGrp="1"/>
          </p:cNvSpPr>
          <p:nvPr>
            <p:ph type="body" idx="16400" hasCustomPrompt="1"/>
            <p:custDataLst>
              <p:tags r:id="rId17"/>
            </p:custDataLst>
          </p:nvPr>
        </p:nvSpPr>
        <p:spPr>
          <a:xfrm>
            <a:off x="8775700" y="30480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4" name="文本占位符 23"/>
          <p:cNvSpPr>
            <a:spLocks noGrp="1"/>
          </p:cNvSpPr>
          <p:nvPr>
            <p:ph type="body" idx="16393" hasCustomPrompt="1"/>
            <p:custDataLst>
              <p:tags r:id="rId18"/>
            </p:custDataLst>
          </p:nvPr>
        </p:nvSpPr>
        <p:spPr>
          <a:xfrm>
            <a:off x="9004300" y="29718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5" name="文本占位符 24"/>
          <p:cNvSpPr>
            <a:spLocks noGrp="1"/>
          </p:cNvSpPr>
          <p:nvPr>
            <p:ph type="body" idx="16396" hasCustomPrompt="1"/>
            <p:custDataLst>
              <p:tags r:id="rId19"/>
            </p:custDataLst>
          </p:nvPr>
        </p:nvSpPr>
        <p:spPr>
          <a:xfrm>
            <a:off x="4070350" y="4800600"/>
            <a:ext cx="596900" cy="508000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40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05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6" name="装饰  5"/>
          <p:cNvSpPr>
            <a:spLocks noGrp="1"/>
          </p:cNvSpPr>
          <p:nvPr>
            <p:ph type="body" idx="16401" hasCustomPrompt="1"/>
            <p:custDataLst>
              <p:tags r:id="rId20"/>
            </p:custDataLst>
          </p:nvPr>
        </p:nvSpPr>
        <p:spPr>
          <a:xfrm>
            <a:off x="4851400" y="4724400"/>
            <a:ext cx="25400" cy="762000"/>
          </a:xfrm>
          <a:custGeom>
            <a:avLst/>
            <a:gdLst>
              <a:gd name="connisteX0" fmla="*/ 0 w 25400"/>
              <a:gd name="connsiteY0" fmla="*/ 12700 h 762000"/>
              <a:gd name="connisteX1" fmla="*/ 12700 w 25400"/>
              <a:gd name="connsiteY1" fmla="*/ 0 h 762000"/>
              <a:gd name="connisteX2" fmla="*/ 12700 w 25400"/>
              <a:gd name="connsiteY2" fmla="*/ 0 h 762000"/>
              <a:gd name="connisteX3" fmla="*/ 25400 w 25400"/>
              <a:gd name="connsiteY3" fmla="*/ 12700 h 762000"/>
              <a:gd name="connisteX4" fmla="*/ 25400 w 25400"/>
              <a:gd name="connsiteY4" fmla="*/ 749300 h 762000"/>
              <a:gd name="connisteX5" fmla="*/ 12700 w 25400"/>
              <a:gd name="connsiteY5" fmla="*/ 762000 h 762000"/>
              <a:gd name="connisteX6" fmla="*/ 12700 w 25400"/>
              <a:gd name="connsiteY6" fmla="*/ 762000 h 762000"/>
              <a:gd name="connisteX7" fmla="*/ 0 w 25400"/>
              <a:gd name="connsiteY7" fmla="*/ 749300 h 762000"/>
              <a:gd name="connisteX8" fmla="*/ 0 w 25400"/>
              <a:gd name="connsiteY8" fmla="*/ 12700 h 76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25400" h="762000">
                <a:moveTo>
                  <a:pt x="0" y="12700"/>
                </a:moveTo>
                <a:cubicBezTo>
                  <a:pt x="0" y="5686"/>
                  <a:pt x="5686" y="0"/>
                  <a:pt x="12700" y="0"/>
                </a:cubicBezTo>
                <a:lnTo>
                  <a:pt x="12700" y="0"/>
                </a:lnTo>
                <a:cubicBezTo>
                  <a:pt x="19714" y="0"/>
                  <a:pt x="25400" y="5686"/>
                  <a:pt x="25400" y="12700"/>
                </a:cubicBezTo>
                <a:lnTo>
                  <a:pt x="25400" y="749300"/>
                </a:lnTo>
                <a:cubicBezTo>
                  <a:pt x="25400" y="756314"/>
                  <a:pt x="19714" y="762000"/>
                  <a:pt x="12700" y="762000"/>
                </a:cubicBezTo>
                <a:lnTo>
                  <a:pt x="12700" y="762000"/>
                </a:lnTo>
                <a:cubicBezTo>
                  <a:pt x="5686" y="762000"/>
                  <a:pt x="0" y="756314"/>
                  <a:pt x="0" y="749300"/>
                </a:cubicBezTo>
                <a:lnTo>
                  <a:pt x="0" y="127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7" name="文本占位符 26"/>
          <p:cNvSpPr>
            <a:spLocks noGrp="1"/>
          </p:cNvSpPr>
          <p:nvPr>
            <p:ph type="body" idx="16395" hasCustomPrompt="1"/>
            <p:custDataLst>
              <p:tags r:id="rId21"/>
            </p:custDataLst>
          </p:nvPr>
        </p:nvSpPr>
        <p:spPr>
          <a:xfrm>
            <a:off x="5080000" y="4648200"/>
            <a:ext cx="2324100" cy="9144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18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0_8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5257800" y="533400"/>
            <a:ext cx="63246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单击此处添加标题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6"/>
            </p:custDataLst>
          </p:nvPr>
        </p:nvSpPr>
        <p:spPr>
          <a:xfrm>
            <a:off x="609600" y="609600"/>
            <a:ext cx="4038600" cy="5638800"/>
          </a:xfrm>
          <a:custGeom>
            <a:avLst/>
            <a:gdLst>
              <a:gd name="connisteX0" fmla="*/ 0 w 4038600"/>
              <a:gd name="connsiteY0" fmla="*/ 0 h 5638800"/>
              <a:gd name="connisteX1" fmla="*/ 4038600 w 4038600"/>
              <a:gd name="connsiteY1" fmla="*/ 0 h 5638800"/>
              <a:gd name="connisteX2" fmla="*/ 4038600 w 4038600"/>
              <a:gd name="connsiteY2" fmla="*/ 5638800 h 5638800"/>
              <a:gd name="connisteX3" fmla="*/ 0 w 4038600"/>
              <a:gd name="connsiteY3" fmla="*/ 5638800 h 5638800"/>
              <a:gd name="connisteX4" fmla="*/ 0 w 4038600"/>
              <a:gd name="connsiteY4" fmla="*/ 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4038600" h="5638800">
                <a:moveTo>
                  <a:pt x="0" y="0"/>
                </a:moveTo>
                <a:lnTo>
                  <a:pt x="4038600" y="0"/>
                </a:lnTo>
                <a:lnTo>
                  <a:pt x="4038600" y="5638800"/>
                </a:lnTo>
                <a:lnTo>
                  <a:pt x="0" y="5638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3" name="装饰  2"/>
          <p:cNvSpPr>
            <a:spLocks noGrp="1"/>
          </p:cNvSpPr>
          <p:nvPr>
            <p:ph type="body" idx="16393" hasCustomPrompt="1"/>
            <p:custDataLst>
              <p:tags r:id="rId7"/>
            </p:custDataLst>
          </p:nvPr>
        </p:nvSpPr>
        <p:spPr>
          <a:xfrm>
            <a:off x="5257800" y="16764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5410200" y="1676400"/>
            <a:ext cx="6172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buNone/>
              <a:defRPr sz="24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5410200" y="2184400"/>
            <a:ext cx="6172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5257800" y="34036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7" name="文本占位符 16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5410200" y="3403600"/>
            <a:ext cx="6172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buNone/>
              <a:defRPr sz="24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5410200" y="3911600"/>
            <a:ext cx="6172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9" name="装饰  8"/>
          <p:cNvSpPr>
            <a:spLocks noGrp="1"/>
          </p:cNvSpPr>
          <p:nvPr>
            <p:ph type="body" idx="16395" hasCustomPrompt="1"/>
            <p:custDataLst>
              <p:tags r:id="rId13"/>
            </p:custDataLst>
          </p:nvPr>
        </p:nvSpPr>
        <p:spPr>
          <a:xfrm>
            <a:off x="5257800" y="51308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0" name="文本占位符 19"/>
          <p:cNvSpPr>
            <a:spLocks noGrp="1"/>
          </p:cNvSpPr>
          <p:nvPr>
            <p:ph type="body" idx="16390" hasCustomPrompt="1"/>
            <p:custDataLst>
              <p:tags r:id="rId14"/>
            </p:custDataLst>
          </p:nvPr>
        </p:nvSpPr>
        <p:spPr>
          <a:xfrm>
            <a:off x="5410200" y="5130800"/>
            <a:ext cx="6172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buNone/>
              <a:defRPr sz="24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1" name="文本占位符 20"/>
          <p:cNvSpPr>
            <a:spLocks noGrp="1"/>
          </p:cNvSpPr>
          <p:nvPr>
            <p:ph type="body" idx="16391" hasCustomPrompt="1"/>
            <p:custDataLst>
              <p:tags r:id="rId15"/>
            </p:custDataLst>
          </p:nvPr>
        </p:nvSpPr>
        <p:spPr>
          <a:xfrm>
            <a:off x="5410200" y="5638800"/>
            <a:ext cx="6172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2_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>
                <a:latin typeface="汉仪刚艺体-85W" panose="00020600040101010101" charset="-122"/>
                <a:ea typeface="汉仪刚艺体-85W" panose="00020600040101010101" charset="-122"/>
              </a:rPr>
              <a:t>单击此处添加标题</a:t>
            </a:r>
            <a:endParaRPr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12" name="装饰  1"/>
          <p:cNvSpPr>
            <a:spLocks noGrp="1"/>
          </p:cNvSpPr>
          <p:nvPr>
            <p:ph type="body" idx="16390" hasCustomPrompt="1"/>
            <p:custDataLst>
              <p:tags r:id="rId6"/>
            </p:custDataLst>
          </p:nvPr>
        </p:nvSpPr>
        <p:spPr>
          <a:xfrm>
            <a:off x="609600" y="4165600"/>
            <a:ext cx="5334000" cy="2082800"/>
          </a:xfrm>
          <a:custGeom>
            <a:avLst/>
            <a:gdLst>
              <a:gd name="connisteX0" fmla="*/ 0 w 5334000"/>
              <a:gd name="connsiteY0" fmla="*/ 0 h 2082800"/>
              <a:gd name="connisteX1" fmla="*/ 5334000 w 5334000"/>
              <a:gd name="connsiteY1" fmla="*/ 0 h 2082800"/>
              <a:gd name="connisteX2" fmla="*/ 5334000 w 5334000"/>
              <a:gd name="connsiteY2" fmla="*/ 1879600 h 2082800"/>
              <a:gd name="connisteX3" fmla="*/ 5130800 w 5334000"/>
              <a:gd name="connsiteY3" fmla="*/ 2082800 h 2082800"/>
              <a:gd name="connisteX4" fmla="*/ 203200 w 5334000"/>
              <a:gd name="connsiteY4" fmla="*/ 2082800 h 2082800"/>
              <a:gd name="connisteX5" fmla="*/ 0 w 5334000"/>
              <a:gd name="connsiteY5" fmla="*/ 1879600 h 2082800"/>
              <a:gd name="connisteX6" fmla="*/ 0 w 53340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334000" h="2082800">
                <a:moveTo>
                  <a:pt x="0" y="0"/>
                </a:moveTo>
                <a:lnTo>
                  <a:pt x="5334000" y="0"/>
                </a:lnTo>
                <a:lnTo>
                  <a:pt x="5334000" y="1879600"/>
                </a:lnTo>
                <a:cubicBezTo>
                  <a:pt x="5334000" y="1991824"/>
                  <a:pt x="5243024" y="2082800"/>
                  <a:pt x="51308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3" name="图片占位符 12"/>
          <p:cNvSpPr>
            <a:spLocks noGrp="1"/>
          </p:cNvSpPr>
          <p:nvPr>
            <p:ph type="pic" idx="16391" hasCustomPrompt="1"/>
            <p:custDataLst>
              <p:tags r:id="rId7"/>
            </p:custDataLst>
          </p:nvPr>
        </p:nvSpPr>
        <p:spPr>
          <a:xfrm>
            <a:off x="609600" y="1524000"/>
            <a:ext cx="5334000" cy="2641600"/>
          </a:xfrm>
          <a:custGeom>
            <a:avLst/>
            <a:gdLst>
              <a:gd name="connisteX0" fmla="*/ 0 w 5334000"/>
              <a:gd name="connsiteY0" fmla="*/ 203200 h 2641600"/>
              <a:gd name="connisteX1" fmla="*/ 203200 w 5334000"/>
              <a:gd name="connsiteY1" fmla="*/ 0 h 2641600"/>
              <a:gd name="connisteX2" fmla="*/ 5130800 w 5334000"/>
              <a:gd name="connsiteY2" fmla="*/ 0 h 2641600"/>
              <a:gd name="connisteX3" fmla="*/ 5334000 w 5334000"/>
              <a:gd name="connsiteY3" fmla="*/ 203200 h 2641600"/>
              <a:gd name="connisteX4" fmla="*/ 5334000 w 5334000"/>
              <a:gd name="connsiteY4" fmla="*/ 2641600 h 2641600"/>
              <a:gd name="connisteX5" fmla="*/ 0 w 5334000"/>
              <a:gd name="connsiteY5" fmla="*/ 2641600 h 2641600"/>
              <a:gd name="connisteX6" fmla="*/ 0 w 53340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3340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914400" y="4470400"/>
            <a:ext cx="472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914400" y="5029200"/>
            <a:ext cx="47244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6" name="装饰  5"/>
          <p:cNvSpPr>
            <a:spLocks noGrp="1"/>
          </p:cNvSpPr>
          <p:nvPr>
            <p:ph type="body" idx="16392" hasCustomPrompt="1"/>
            <p:custDataLst>
              <p:tags r:id="rId10"/>
            </p:custDataLst>
          </p:nvPr>
        </p:nvSpPr>
        <p:spPr>
          <a:xfrm>
            <a:off x="6248400" y="4165600"/>
            <a:ext cx="5334000" cy="2082800"/>
          </a:xfrm>
          <a:custGeom>
            <a:avLst/>
            <a:gdLst>
              <a:gd name="connisteX0" fmla="*/ 0 w 5334000"/>
              <a:gd name="connsiteY0" fmla="*/ 0 h 2082800"/>
              <a:gd name="connisteX1" fmla="*/ 5334000 w 5334000"/>
              <a:gd name="connsiteY1" fmla="*/ 0 h 2082800"/>
              <a:gd name="connisteX2" fmla="*/ 5334000 w 5334000"/>
              <a:gd name="connsiteY2" fmla="*/ 1879600 h 2082800"/>
              <a:gd name="connisteX3" fmla="*/ 5130800 w 5334000"/>
              <a:gd name="connsiteY3" fmla="*/ 2082800 h 2082800"/>
              <a:gd name="connisteX4" fmla="*/ 203200 w 5334000"/>
              <a:gd name="connsiteY4" fmla="*/ 2082800 h 2082800"/>
              <a:gd name="connisteX5" fmla="*/ 0 w 5334000"/>
              <a:gd name="connsiteY5" fmla="*/ 1879600 h 2082800"/>
              <a:gd name="connisteX6" fmla="*/ 0 w 53340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334000" h="2082800">
                <a:moveTo>
                  <a:pt x="0" y="0"/>
                </a:moveTo>
                <a:lnTo>
                  <a:pt x="5334000" y="0"/>
                </a:lnTo>
                <a:lnTo>
                  <a:pt x="5334000" y="1879600"/>
                </a:lnTo>
                <a:cubicBezTo>
                  <a:pt x="5334000" y="1991824"/>
                  <a:pt x="5243024" y="2082800"/>
                  <a:pt x="51308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7" name="图片占位符 16"/>
          <p:cNvSpPr>
            <a:spLocks noGrp="1"/>
          </p:cNvSpPr>
          <p:nvPr>
            <p:ph type="pic" idx="16393" hasCustomPrompt="1"/>
            <p:custDataLst>
              <p:tags r:id="rId11"/>
            </p:custDataLst>
          </p:nvPr>
        </p:nvSpPr>
        <p:spPr>
          <a:xfrm>
            <a:off x="6248400" y="1524000"/>
            <a:ext cx="5334000" cy="2641600"/>
          </a:xfrm>
          <a:custGeom>
            <a:avLst/>
            <a:gdLst>
              <a:gd name="connisteX0" fmla="*/ 0 w 5334000"/>
              <a:gd name="connsiteY0" fmla="*/ 203200 h 2641600"/>
              <a:gd name="connisteX1" fmla="*/ 203200 w 5334000"/>
              <a:gd name="connsiteY1" fmla="*/ 0 h 2641600"/>
              <a:gd name="connisteX2" fmla="*/ 5130800 w 5334000"/>
              <a:gd name="connsiteY2" fmla="*/ 0 h 2641600"/>
              <a:gd name="connisteX3" fmla="*/ 5334000 w 5334000"/>
              <a:gd name="connsiteY3" fmla="*/ 203200 h 2641600"/>
              <a:gd name="connisteX4" fmla="*/ 5334000 w 5334000"/>
              <a:gd name="connsiteY4" fmla="*/ 2641600 h 2641600"/>
              <a:gd name="connisteX5" fmla="*/ 0 w 5334000"/>
              <a:gd name="connsiteY5" fmla="*/ 2641600 h 2641600"/>
              <a:gd name="connisteX6" fmla="*/ 0 w 53340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3340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2"/>
            </p:custDataLst>
          </p:nvPr>
        </p:nvSpPr>
        <p:spPr>
          <a:xfrm>
            <a:off x="6553200" y="4470400"/>
            <a:ext cx="47244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3"/>
            </p:custDataLst>
          </p:nvPr>
        </p:nvSpPr>
        <p:spPr>
          <a:xfrm>
            <a:off x="6553200" y="5029200"/>
            <a:ext cx="47244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6_69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63246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单击此处添加标题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12" name="内容占位符 11"/>
          <p:cNvSpPr>
            <a:spLocks noGrp="1"/>
          </p:cNvSpPr>
          <p:nvPr>
            <p:ph idx="16390" hasCustomPrompt="1"/>
            <p:custDataLst>
              <p:tags r:id="rId6"/>
            </p:custDataLst>
          </p:nvPr>
        </p:nvSpPr>
        <p:spPr>
          <a:xfrm>
            <a:off x="7543800" y="609600"/>
            <a:ext cx="4038600" cy="5638800"/>
          </a:xfrm>
          <a:custGeom>
            <a:avLst/>
            <a:gdLst>
              <a:gd name="connisteX0" fmla="*/ 0 w 4038600"/>
              <a:gd name="connsiteY0" fmla="*/ 203200 h 5638800"/>
              <a:gd name="connisteX1" fmla="*/ 203200 w 4038600"/>
              <a:gd name="connsiteY1" fmla="*/ 0 h 5638800"/>
              <a:gd name="connisteX2" fmla="*/ 3835400 w 4038600"/>
              <a:gd name="connsiteY2" fmla="*/ 0 h 5638800"/>
              <a:gd name="connisteX3" fmla="*/ 4038600 w 4038600"/>
              <a:gd name="connsiteY3" fmla="*/ 203200 h 5638800"/>
              <a:gd name="connisteX4" fmla="*/ 4038600 w 4038600"/>
              <a:gd name="connsiteY4" fmla="*/ 5435600 h 5638800"/>
              <a:gd name="connisteX5" fmla="*/ 3835400 w 4038600"/>
              <a:gd name="connsiteY5" fmla="*/ 5638800 h 5638800"/>
              <a:gd name="connisteX6" fmla="*/ 203200 w 4038600"/>
              <a:gd name="connsiteY6" fmla="*/ 5638800 h 5638800"/>
              <a:gd name="connisteX7" fmla="*/ 0 w 4038600"/>
              <a:gd name="connsiteY7" fmla="*/ 5435600 h 5638800"/>
              <a:gd name="connisteX8" fmla="*/ 0 w 4038600"/>
              <a:gd name="connsiteY8" fmla="*/ 20320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4038600" h="5638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835400" y="0"/>
                </a:lnTo>
                <a:cubicBezTo>
                  <a:pt x="3947624" y="0"/>
                  <a:pt x="4038600" y="90976"/>
                  <a:pt x="4038600" y="203200"/>
                </a:cubicBezTo>
                <a:lnTo>
                  <a:pt x="4038600" y="5435600"/>
                </a:lnTo>
                <a:cubicBezTo>
                  <a:pt x="4038600" y="5547824"/>
                  <a:pt x="3947624" y="5638800"/>
                  <a:pt x="3835400" y="5638800"/>
                </a:cubicBezTo>
                <a:lnTo>
                  <a:pt x="203200" y="5638800"/>
                </a:lnTo>
                <a:cubicBezTo>
                  <a:pt x="90976" y="5638800"/>
                  <a:pt x="0" y="5547824"/>
                  <a:pt x="0" y="54356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3" name="装饰  2"/>
          <p:cNvSpPr>
            <a:spLocks noGrp="1"/>
          </p:cNvSpPr>
          <p:nvPr>
            <p:ph type="body" idx="16391" hasCustomPrompt="1"/>
            <p:custDataLst>
              <p:tags r:id="rId7"/>
            </p:custDataLst>
          </p:nvPr>
        </p:nvSpPr>
        <p:spPr>
          <a:xfrm>
            <a:off x="609600" y="34036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762000" y="3403600"/>
            <a:ext cx="6172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762000" y="3911600"/>
            <a:ext cx="6172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6" name="装饰  5"/>
          <p:cNvSpPr>
            <a:spLocks noGrp="1"/>
          </p:cNvSpPr>
          <p:nvPr>
            <p:ph type="body" idx="16392" hasCustomPrompt="1"/>
            <p:custDataLst>
              <p:tags r:id="rId10"/>
            </p:custDataLst>
          </p:nvPr>
        </p:nvSpPr>
        <p:spPr>
          <a:xfrm>
            <a:off x="609600" y="51308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7" name="文本占位符 16"/>
          <p:cNvSpPr>
            <a:spLocks noGrp="1"/>
          </p:cNvSpPr>
          <p:nvPr>
            <p:ph type="body" idx="16388" hasCustomPrompt="1"/>
            <p:custDataLst>
              <p:tags r:id="rId11"/>
            </p:custDataLst>
          </p:nvPr>
        </p:nvSpPr>
        <p:spPr>
          <a:xfrm>
            <a:off x="762000" y="5130800"/>
            <a:ext cx="6172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8" name="文本占位符 17"/>
          <p:cNvSpPr>
            <a:spLocks noGrp="1"/>
          </p:cNvSpPr>
          <p:nvPr>
            <p:ph type="body" idx="16389" hasCustomPrompt="1"/>
            <p:custDataLst>
              <p:tags r:id="rId12"/>
            </p:custDataLst>
          </p:nvPr>
        </p:nvSpPr>
        <p:spPr>
          <a:xfrm>
            <a:off x="762000" y="5638800"/>
            <a:ext cx="6172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4_7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单击此处添加标题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12" name="图片占位符 11"/>
          <p:cNvSpPr>
            <a:spLocks noGrp="1"/>
          </p:cNvSpPr>
          <p:nvPr>
            <p:ph type="pic" idx="16390" hasCustomPrompt="1"/>
            <p:custDataLst>
              <p:tags r:id="rId6"/>
            </p:custDataLst>
          </p:nvPr>
        </p:nvSpPr>
        <p:spPr>
          <a:xfrm>
            <a:off x="609600" y="20574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3" name="文本占位符 12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2489200" y="2413000"/>
            <a:ext cx="9093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2489200" y="2921000"/>
            <a:ext cx="9093200" cy="304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5" name="图片占位符 14"/>
          <p:cNvSpPr>
            <a:spLocks noGrp="1"/>
          </p:cNvSpPr>
          <p:nvPr>
            <p:ph type="pic" idx="16391" hasCustomPrompt="1"/>
            <p:custDataLst>
              <p:tags r:id="rId9"/>
            </p:custDataLst>
          </p:nvPr>
        </p:nvSpPr>
        <p:spPr>
          <a:xfrm>
            <a:off x="609600" y="41910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6" name="文本占位符 15"/>
          <p:cNvSpPr>
            <a:spLocks noGrp="1"/>
          </p:cNvSpPr>
          <p:nvPr>
            <p:ph type="body" idx="16388" hasCustomPrompt="1"/>
            <p:custDataLst>
              <p:tags r:id="rId10"/>
            </p:custDataLst>
          </p:nvPr>
        </p:nvSpPr>
        <p:spPr>
          <a:xfrm>
            <a:off x="2489200" y="4546600"/>
            <a:ext cx="9093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7" name="文本占位符 16"/>
          <p:cNvSpPr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2489200" y="5054600"/>
            <a:ext cx="9093200" cy="304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26_18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单击此处添加标题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6"/>
            </p:custDataLst>
          </p:nvPr>
        </p:nvSpPr>
        <p:spPr>
          <a:xfrm>
            <a:off x="609600" y="3556000"/>
            <a:ext cx="3454400" cy="2692400"/>
          </a:xfrm>
          <a:custGeom>
            <a:avLst/>
            <a:gdLst>
              <a:gd name="connisteX0" fmla="*/ 0 w 3454400"/>
              <a:gd name="connsiteY0" fmla="*/ 0 h 2692400"/>
              <a:gd name="connisteX1" fmla="*/ 3454400 w 3454400"/>
              <a:gd name="connsiteY1" fmla="*/ 0 h 2692400"/>
              <a:gd name="connisteX2" fmla="*/ 3454400 w 3454400"/>
              <a:gd name="connsiteY2" fmla="*/ 2489200 h 2692400"/>
              <a:gd name="connisteX3" fmla="*/ 3251200 w 3454400"/>
              <a:gd name="connsiteY3" fmla="*/ 2692400 h 2692400"/>
              <a:gd name="connisteX4" fmla="*/ 203200 w 3454400"/>
              <a:gd name="connsiteY4" fmla="*/ 2692400 h 2692400"/>
              <a:gd name="connisteX5" fmla="*/ 0 w 3454400"/>
              <a:gd name="connsiteY5" fmla="*/ 2489200 h 2692400"/>
              <a:gd name="connisteX6" fmla="*/ 0 w 3454400"/>
              <a:gd name="connsiteY6" fmla="*/ 0 h 269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92400">
                <a:moveTo>
                  <a:pt x="0" y="0"/>
                </a:moveTo>
                <a:lnTo>
                  <a:pt x="3454400" y="0"/>
                </a:lnTo>
                <a:lnTo>
                  <a:pt x="3454400" y="2489200"/>
                </a:lnTo>
                <a:cubicBezTo>
                  <a:pt x="3454400" y="2601424"/>
                  <a:pt x="3363424" y="2692400"/>
                  <a:pt x="3251200" y="2692400"/>
                </a:cubicBezTo>
                <a:lnTo>
                  <a:pt x="203200" y="2692400"/>
                </a:lnTo>
                <a:cubicBezTo>
                  <a:pt x="90976" y="2692400"/>
                  <a:pt x="0" y="2601424"/>
                  <a:pt x="0" y="24892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7"/>
            </p:custDataLst>
          </p:nvPr>
        </p:nvSpPr>
        <p:spPr>
          <a:xfrm>
            <a:off x="6096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914400" y="37592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914400" y="4216400"/>
            <a:ext cx="28448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4368800" y="1524000"/>
            <a:ext cx="3454400" cy="2692400"/>
          </a:xfrm>
          <a:custGeom>
            <a:avLst/>
            <a:gdLst>
              <a:gd name="connisteX0" fmla="*/ 0 w 3454400"/>
              <a:gd name="connsiteY0" fmla="*/ 203200 h 2692400"/>
              <a:gd name="connisteX1" fmla="*/ 203200 w 3454400"/>
              <a:gd name="connsiteY1" fmla="*/ 0 h 2692400"/>
              <a:gd name="connisteX2" fmla="*/ 3251200 w 3454400"/>
              <a:gd name="connsiteY2" fmla="*/ 0 h 2692400"/>
              <a:gd name="connisteX3" fmla="*/ 3454400 w 3454400"/>
              <a:gd name="connsiteY3" fmla="*/ 203200 h 2692400"/>
              <a:gd name="connisteX4" fmla="*/ 3454400 w 3454400"/>
              <a:gd name="connsiteY4" fmla="*/ 2692400 h 2692400"/>
              <a:gd name="connisteX5" fmla="*/ 0 w 3454400"/>
              <a:gd name="connsiteY5" fmla="*/ 2692400 h 2692400"/>
              <a:gd name="connisteX6" fmla="*/ 0 w 3454400"/>
              <a:gd name="connsiteY6" fmla="*/ 203200 h 269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92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92400"/>
                </a:lnTo>
                <a:lnTo>
                  <a:pt x="0" y="2692400"/>
                </a:ln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1"/>
            </p:custDataLst>
          </p:nvPr>
        </p:nvSpPr>
        <p:spPr>
          <a:xfrm>
            <a:off x="4368800" y="4216400"/>
            <a:ext cx="3454400" cy="2032000"/>
          </a:xfrm>
          <a:custGeom>
            <a:avLst/>
            <a:gdLst>
              <a:gd name="connisteX0" fmla="*/ 0 w 3454400"/>
              <a:gd name="connsiteY0" fmla="*/ 0 h 2032000"/>
              <a:gd name="connisteX1" fmla="*/ 3454400 w 3454400"/>
              <a:gd name="connsiteY1" fmla="*/ 0 h 2032000"/>
              <a:gd name="connisteX2" fmla="*/ 3454400 w 3454400"/>
              <a:gd name="connsiteY2" fmla="*/ 1828800 h 2032000"/>
              <a:gd name="connisteX3" fmla="*/ 3251200 w 3454400"/>
              <a:gd name="connsiteY3" fmla="*/ 2032000 h 2032000"/>
              <a:gd name="connisteX4" fmla="*/ 203200 w 3454400"/>
              <a:gd name="connsiteY4" fmla="*/ 2032000 h 2032000"/>
              <a:gd name="connisteX5" fmla="*/ 0 w 3454400"/>
              <a:gd name="connsiteY5" fmla="*/ 1828800 h 2032000"/>
              <a:gd name="connisteX6" fmla="*/ 0 w 3454400"/>
              <a:gd name="connsiteY6" fmla="*/ 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0"/>
                </a:moveTo>
                <a:lnTo>
                  <a:pt x="3454400" y="0"/>
                </a:lnTo>
                <a:lnTo>
                  <a:pt x="3454400" y="1828800"/>
                </a:lnTo>
                <a:cubicBezTo>
                  <a:pt x="3454400" y="1941024"/>
                  <a:pt x="3363424" y="2032000"/>
                  <a:pt x="3251200" y="2032000"/>
                </a:cubicBezTo>
                <a:lnTo>
                  <a:pt x="203200" y="2032000"/>
                </a:lnTo>
                <a:cubicBezTo>
                  <a:pt x="90976" y="2032000"/>
                  <a:pt x="0" y="1941024"/>
                  <a:pt x="0" y="1828800"/>
                </a:cubicBez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2"/>
            </p:custDataLst>
          </p:nvPr>
        </p:nvSpPr>
        <p:spPr>
          <a:xfrm>
            <a:off x="4673600" y="17272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3"/>
            </p:custDataLst>
          </p:nvPr>
        </p:nvSpPr>
        <p:spPr>
          <a:xfrm>
            <a:off x="4673600" y="2184400"/>
            <a:ext cx="28448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4"/>
            </p:custDataLst>
          </p:nvPr>
        </p:nvSpPr>
        <p:spPr>
          <a:xfrm>
            <a:off x="8128000" y="3556000"/>
            <a:ext cx="3454400" cy="2692400"/>
          </a:xfrm>
          <a:custGeom>
            <a:avLst/>
            <a:gdLst>
              <a:gd name="connisteX0" fmla="*/ 0 w 3454400"/>
              <a:gd name="connsiteY0" fmla="*/ 0 h 2692400"/>
              <a:gd name="connisteX1" fmla="*/ 3454400 w 3454400"/>
              <a:gd name="connsiteY1" fmla="*/ 0 h 2692400"/>
              <a:gd name="connisteX2" fmla="*/ 3454400 w 3454400"/>
              <a:gd name="connsiteY2" fmla="*/ 2489200 h 2692400"/>
              <a:gd name="connisteX3" fmla="*/ 3251200 w 3454400"/>
              <a:gd name="connsiteY3" fmla="*/ 2692400 h 2692400"/>
              <a:gd name="connisteX4" fmla="*/ 203200 w 3454400"/>
              <a:gd name="connsiteY4" fmla="*/ 2692400 h 2692400"/>
              <a:gd name="connisteX5" fmla="*/ 0 w 3454400"/>
              <a:gd name="connsiteY5" fmla="*/ 2489200 h 2692400"/>
              <a:gd name="connisteX6" fmla="*/ 0 w 3454400"/>
              <a:gd name="connsiteY6" fmla="*/ 0 h 269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92400">
                <a:moveTo>
                  <a:pt x="0" y="0"/>
                </a:moveTo>
                <a:lnTo>
                  <a:pt x="3454400" y="0"/>
                </a:lnTo>
                <a:lnTo>
                  <a:pt x="3454400" y="2489200"/>
                </a:lnTo>
                <a:cubicBezTo>
                  <a:pt x="3454400" y="2601424"/>
                  <a:pt x="3363424" y="2692400"/>
                  <a:pt x="3251200" y="2692400"/>
                </a:cubicBezTo>
                <a:lnTo>
                  <a:pt x="203200" y="2692400"/>
                </a:lnTo>
                <a:cubicBezTo>
                  <a:pt x="90976" y="2692400"/>
                  <a:pt x="0" y="2601424"/>
                  <a:pt x="0" y="24892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5"/>
            </p:custDataLst>
          </p:nvPr>
        </p:nvSpPr>
        <p:spPr>
          <a:xfrm>
            <a:off x="81280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6"/>
            </p:custDataLst>
          </p:nvPr>
        </p:nvSpPr>
        <p:spPr>
          <a:xfrm>
            <a:off x="8432800" y="37592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7"/>
            </p:custDataLst>
          </p:nvPr>
        </p:nvSpPr>
        <p:spPr>
          <a:xfrm>
            <a:off x="8432800" y="4216400"/>
            <a:ext cx="28448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53_1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单击此处添加标题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6"/>
            </p:custDataLst>
          </p:nvPr>
        </p:nvSpPr>
        <p:spPr>
          <a:xfrm>
            <a:off x="609600" y="3556000"/>
            <a:ext cx="3454400" cy="2692400"/>
          </a:xfrm>
          <a:custGeom>
            <a:avLst/>
            <a:gdLst>
              <a:gd name="connisteX0" fmla="*/ 0 w 3454400"/>
              <a:gd name="connsiteY0" fmla="*/ 0 h 2692400"/>
              <a:gd name="connisteX1" fmla="*/ 3454400 w 3454400"/>
              <a:gd name="connsiteY1" fmla="*/ 0 h 2692400"/>
              <a:gd name="connisteX2" fmla="*/ 3454400 w 3454400"/>
              <a:gd name="connsiteY2" fmla="*/ 2489200 h 2692400"/>
              <a:gd name="connisteX3" fmla="*/ 3251200 w 3454400"/>
              <a:gd name="connsiteY3" fmla="*/ 2692400 h 2692400"/>
              <a:gd name="connisteX4" fmla="*/ 203200 w 3454400"/>
              <a:gd name="connsiteY4" fmla="*/ 2692400 h 2692400"/>
              <a:gd name="connisteX5" fmla="*/ 0 w 3454400"/>
              <a:gd name="connsiteY5" fmla="*/ 2489200 h 2692400"/>
              <a:gd name="connisteX6" fmla="*/ 0 w 3454400"/>
              <a:gd name="connsiteY6" fmla="*/ 0 h 269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92400">
                <a:moveTo>
                  <a:pt x="0" y="0"/>
                </a:moveTo>
                <a:lnTo>
                  <a:pt x="3454400" y="0"/>
                </a:lnTo>
                <a:lnTo>
                  <a:pt x="3454400" y="2489200"/>
                </a:lnTo>
                <a:cubicBezTo>
                  <a:pt x="3454400" y="2601424"/>
                  <a:pt x="3363424" y="2692400"/>
                  <a:pt x="3251200" y="2692400"/>
                </a:cubicBezTo>
                <a:lnTo>
                  <a:pt x="203200" y="2692400"/>
                </a:lnTo>
                <a:cubicBezTo>
                  <a:pt x="90976" y="2692400"/>
                  <a:pt x="0" y="2601424"/>
                  <a:pt x="0" y="24892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7"/>
            </p:custDataLst>
          </p:nvPr>
        </p:nvSpPr>
        <p:spPr>
          <a:xfrm>
            <a:off x="6096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914400" y="37592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914400" y="4216400"/>
            <a:ext cx="28448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4368800" y="3556000"/>
            <a:ext cx="3454400" cy="2692400"/>
          </a:xfrm>
          <a:custGeom>
            <a:avLst/>
            <a:gdLst>
              <a:gd name="connisteX0" fmla="*/ 0 w 3454400"/>
              <a:gd name="connsiteY0" fmla="*/ 0 h 2692400"/>
              <a:gd name="connisteX1" fmla="*/ 3454400 w 3454400"/>
              <a:gd name="connsiteY1" fmla="*/ 0 h 2692400"/>
              <a:gd name="connisteX2" fmla="*/ 3454400 w 3454400"/>
              <a:gd name="connsiteY2" fmla="*/ 2489200 h 2692400"/>
              <a:gd name="connisteX3" fmla="*/ 3251200 w 3454400"/>
              <a:gd name="connsiteY3" fmla="*/ 2692400 h 2692400"/>
              <a:gd name="connisteX4" fmla="*/ 203200 w 3454400"/>
              <a:gd name="connsiteY4" fmla="*/ 2692400 h 2692400"/>
              <a:gd name="connisteX5" fmla="*/ 0 w 3454400"/>
              <a:gd name="connsiteY5" fmla="*/ 2489200 h 2692400"/>
              <a:gd name="connisteX6" fmla="*/ 0 w 3454400"/>
              <a:gd name="connsiteY6" fmla="*/ 0 h 269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92400">
                <a:moveTo>
                  <a:pt x="0" y="0"/>
                </a:moveTo>
                <a:lnTo>
                  <a:pt x="3454400" y="0"/>
                </a:lnTo>
                <a:lnTo>
                  <a:pt x="3454400" y="2489200"/>
                </a:lnTo>
                <a:cubicBezTo>
                  <a:pt x="3454400" y="2601424"/>
                  <a:pt x="3363424" y="2692400"/>
                  <a:pt x="3251200" y="2692400"/>
                </a:cubicBezTo>
                <a:lnTo>
                  <a:pt x="203200" y="2692400"/>
                </a:lnTo>
                <a:cubicBezTo>
                  <a:pt x="90976" y="2692400"/>
                  <a:pt x="0" y="2601424"/>
                  <a:pt x="0" y="24892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1"/>
            </p:custDataLst>
          </p:nvPr>
        </p:nvSpPr>
        <p:spPr>
          <a:xfrm>
            <a:off x="43688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2"/>
            </p:custDataLst>
          </p:nvPr>
        </p:nvSpPr>
        <p:spPr>
          <a:xfrm>
            <a:off x="4673600" y="37592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3"/>
            </p:custDataLst>
          </p:nvPr>
        </p:nvSpPr>
        <p:spPr>
          <a:xfrm>
            <a:off x="4673600" y="4216400"/>
            <a:ext cx="28448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4"/>
            </p:custDataLst>
          </p:nvPr>
        </p:nvSpPr>
        <p:spPr>
          <a:xfrm>
            <a:off x="8128000" y="3556000"/>
            <a:ext cx="3454400" cy="2692400"/>
          </a:xfrm>
          <a:custGeom>
            <a:avLst/>
            <a:gdLst>
              <a:gd name="connisteX0" fmla="*/ 0 w 3454400"/>
              <a:gd name="connsiteY0" fmla="*/ 0 h 2692400"/>
              <a:gd name="connisteX1" fmla="*/ 3454400 w 3454400"/>
              <a:gd name="connsiteY1" fmla="*/ 0 h 2692400"/>
              <a:gd name="connisteX2" fmla="*/ 3454400 w 3454400"/>
              <a:gd name="connsiteY2" fmla="*/ 2489200 h 2692400"/>
              <a:gd name="connisteX3" fmla="*/ 3251200 w 3454400"/>
              <a:gd name="connsiteY3" fmla="*/ 2692400 h 2692400"/>
              <a:gd name="connisteX4" fmla="*/ 203200 w 3454400"/>
              <a:gd name="connsiteY4" fmla="*/ 2692400 h 2692400"/>
              <a:gd name="connisteX5" fmla="*/ 0 w 3454400"/>
              <a:gd name="connsiteY5" fmla="*/ 2489200 h 2692400"/>
              <a:gd name="connisteX6" fmla="*/ 0 w 3454400"/>
              <a:gd name="connsiteY6" fmla="*/ 0 h 2692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92400">
                <a:moveTo>
                  <a:pt x="0" y="0"/>
                </a:moveTo>
                <a:lnTo>
                  <a:pt x="3454400" y="0"/>
                </a:lnTo>
                <a:lnTo>
                  <a:pt x="3454400" y="2489200"/>
                </a:lnTo>
                <a:cubicBezTo>
                  <a:pt x="3454400" y="2601424"/>
                  <a:pt x="3363424" y="2692400"/>
                  <a:pt x="3251200" y="2692400"/>
                </a:cubicBezTo>
                <a:lnTo>
                  <a:pt x="203200" y="2692400"/>
                </a:lnTo>
                <a:cubicBezTo>
                  <a:pt x="90976" y="2692400"/>
                  <a:pt x="0" y="2601424"/>
                  <a:pt x="0" y="24892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5"/>
            </p:custDataLst>
          </p:nvPr>
        </p:nvSpPr>
        <p:spPr>
          <a:xfrm>
            <a:off x="81280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6"/>
            </p:custDataLst>
          </p:nvPr>
        </p:nvSpPr>
        <p:spPr>
          <a:xfrm>
            <a:off x="8432800" y="3759200"/>
            <a:ext cx="28448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7"/>
            </p:custDataLst>
          </p:nvPr>
        </p:nvSpPr>
        <p:spPr>
          <a:xfrm>
            <a:off x="8432800" y="4216400"/>
            <a:ext cx="2844800" cy="18288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60_1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单击此处添加标题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12" name="内容占位符 11"/>
          <p:cNvSpPr>
            <a:spLocks noGrp="1"/>
          </p:cNvSpPr>
          <p:nvPr>
            <p:ph idx="16390" hasCustomPrompt="1"/>
            <p:custDataLst>
              <p:tags r:id="rId6"/>
            </p:custDataLst>
          </p:nvPr>
        </p:nvSpPr>
        <p:spPr>
          <a:xfrm>
            <a:off x="609600" y="1524000"/>
            <a:ext cx="5486400" cy="4724400"/>
          </a:xfrm>
          <a:custGeom>
            <a:avLst/>
            <a:gdLst>
              <a:gd name="connisteX0" fmla="*/ 0 w 5486400"/>
              <a:gd name="connsiteY0" fmla="*/ 203200 h 4724400"/>
              <a:gd name="connisteX1" fmla="*/ 203200 w 5486400"/>
              <a:gd name="connsiteY1" fmla="*/ 0 h 4724400"/>
              <a:gd name="connisteX2" fmla="*/ 5486400 w 5486400"/>
              <a:gd name="connsiteY2" fmla="*/ 0 h 4724400"/>
              <a:gd name="connisteX3" fmla="*/ 5486400 w 5486400"/>
              <a:gd name="connsiteY3" fmla="*/ 4724400 h 4724400"/>
              <a:gd name="connisteX4" fmla="*/ 203200 w 5486400"/>
              <a:gd name="connsiteY4" fmla="*/ 4724400 h 4724400"/>
              <a:gd name="connisteX5" fmla="*/ 0 w 5486400"/>
              <a:gd name="connsiteY5" fmla="*/ 4521200 h 4724400"/>
              <a:gd name="connisteX6" fmla="*/ 0 w 5486400"/>
              <a:gd name="connsiteY6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486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486400" y="0"/>
                </a:lnTo>
                <a:lnTo>
                  <a:pt x="5486400" y="4724400"/>
                </a:ln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3" name="装饰  2"/>
          <p:cNvSpPr>
            <a:spLocks noGrp="1"/>
          </p:cNvSpPr>
          <p:nvPr>
            <p:ph type="body" idx="16391" hasCustomPrompt="1"/>
            <p:custDataLst>
              <p:tags r:id="rId7"/>
            </p:custDataLst>
          </p:nvPr>
        </p:nvSpPr>
        <p:spPr>
          <a:xfrm>
            <a:off x="6096000" y="1524000"/>
            <a:ext cx="5486400" cy="4724400"/>
          </a:xfrm>
          <a:custGeom>
            <a:avLst/>
            <a:gdLst>
              <a:gd name="connisteX0" fmla="*/ 0 w 5486400"/>
              <a:gd name="connsiteY0" fmla="*/ 0 h 4724400"/>
              <a:gd name="connisteX1" fmla="*/ 5283200 w 5486400"/>
              <a:gd name="connsiteY1" fmla="*/ 0 h 4724400"/>
              <a:gd name="connisteX2" fmla="*/ 5486400 w 5486400"/>
              <a:gd name="connsiteY2" fmla="*/ 203200 h 4724400"/>
              <a:gd name="connisteX3" fmla="*/ 5486400 w 5486400"/>
              <a:gd name="connsiteY3" fmla="*/ 4521200 h 4724400"/>
              <a:gd name="connisteX4" fmla="*/ 5283200 w 5486400"/>
              <a:gd name="connsiteY4" fmla="*/ 4724400 h 4724400"/>
              <a:gd name="connisteX5" fmla="*/ 0 w 5486400"/>
              <a:gd name="connsiteY5" fmla="*/ 4724400 h 4724400"/>
              <a:gd name="connisteX6" fmla="*/ 0 w 5486400"/>
              <a:gd name="connsiteY6" fmla="*/ 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486400" h="4724400">
                <a:moveTo>
                  <a:pt x="0" y="0"/>
                </a:move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4521200"/>
                </a:lnTo>
                <a:cubicBezTo>
                  <a:pt x="5486400" y="4633424"/>
                  <a:pt x="5395424" y="4724400"/>
                  <a:pt x="5283200" y="4724400"/>
                </a:cubicBezTo>
                <a:lnTo>
                  <a:pt x="0" y="47244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6553200" y="2108200"/>
            <a:ext cx="45720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6553200" y="2667000"/>
            <a:ext cx="45720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6" name="文本占位符 15"/>
          <p:cNvSpPr>
            <a:spLocks noGrp="1"/>
          </p:cNvSpPr>
          <p:nvPr>
            <p:ph type="body" idx="16388" hasCustomPrompt="1"/>
            <p:custDataLst>
              <p:tags r:id="rId10"/>
            </p:custDataLst>
          </p:nvPr>
        </p:nvSpPr>
        <p:spPr>
          <a:xfrm>
            <a:off x="6553200" y="4191000"/>
            <a:ext cx="45720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7" name="文本占位符 16"/>
          <p:cNvSpPr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6553200" y="4749800"/>
            <a:ext cx="45720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12_1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>
                <a:latin typeface="汉仪刚艺体-85W" panose="00020600040101010101" charset="-122"/>
                <a:ea typeface="汉仪刚艺体-85W" panose="00020600040101010101" charset="-122"/>
              </a:rPr>
              <a:t>单击此处添加标题</a:t>
            </a:r>
            <a:endParaRPr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12" name="内容占位符 11"/>
          <p:cNvSpPr>
            <a:spLocks noGrp="1"/>
          </p:cNvSpPr>
          <p:nvPr>
            <p:ph idx="16392" hasCustomPrompt="1"/>
            <p:custDataLst>
              <p:tags r:id="rId6"/>
            </p:custDataLst>
          </p:nvPr>
        </p:nvSpPr>
        <p:spPr>
          <a:xfrm>
            <a:off x="609600" y="1524000"/>
            <a:ext cx="5486400" cy="4724400"/>
          </a:xfrm>
          <a:custGeom>
            <a:avLst/>
            <a:gdLst>
              <a:gd name="connisteX0" fmla="*/ 0 w 5486400"/>
              <a:gd name="connsiteY0" fmla="*/ 203200 h 4724400"/>
              <a:gd name="connisteX1" fmla="*/ 203200 w 5486400"/>
              <a:gd name="connsiteY1" fmla="*/ 0 h 4724400"/>
              <a:gd name="connisteX2" fmla="*/ 5283200 w 5486400"/>
              <a:gd name="connsiteY2" fmla="*/ 0 h 4724400"/>
              <a:gd name="connisteX3" fmla="*/ 5486400 w 5486400"/>
              <a:gd name="connsiteY3" fmla="*/ 203200 h 4724400"/>
              <a:gd name="connisteX4" fmla="*/ 5486400 w 5486400"/>
              <a:gd name="connsiteY4" fmla="*/ 4521200 h 4724400"/>
              <a:gd name="connisteX5" fmla="*/ 5283200 w 5486400"/>
              <a:gd name="connsiteY5" fmla="*/ 4724400 h 4724400"/>
              <a:gd name="connisteX6" fmla="*/ 203200 w 5486400"/>
              <a:gd name="connsiteY6" fmla="*/ 4724400 h 4724400"/>
              <a:gd name="connisteX7" fmla="*/ 0 w 5486400"/>
              <a:gd name="connsiteY7" fmla="*/ 4521200 h 4724400"/>
              <a:gd name="connisteX8" fmla="*/ 0 w 5486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486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4521200"/>
                </a:lnTo>
                <a:cubicBezTo>
                  <a:pt x="5486400" y="4633424"/>
                  <a:pt x="5395424" y="4724400"/>
                  <a:pt x="5283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3" name="文本占位符 12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6553200" y="15240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6553200" y="2082800"/>
            <a:ext cx="5029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6553200" y="33020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6" name="文本占位符 15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6553200" y="3860800"/>
            <a:ext cx="5029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1"/>
            </p:custDataLst>
          </p:nvPr>
        </p:nvSpPr>
        <p:spPr>
          <a:xfrm>
            <a:off x="6553200" y="5080000"/>
            <a:ext cx="5029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2"/>
            </p:custDataLst>
          </p:nvPr>
        </p:nvSpPr>
        <p:spPr>
          <a:xfrm>
            <a:off x="6553200" y="5638800"/>
            <a:ext cx="5029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1_2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单击此处添加标题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12" name="装饰  1"/>
          <p:cNvSpPr>
            <a:spLocks noGrp="1"/>
          </p:cNvSpPr>
          <p:nvPr>
            <p:ph type="body" idx="16392" hasCustomPrompt="1"/>
            <p:custDataLst>
              <p:tags r:id="rId6"/>
            </p:custDataLst>
          </p:nvPr>
        </p:nvSpPr>
        <p:spPr>
          <a:xfrm>
            <a:off x="6096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3" name="图片占位符 12"/>
          <p:cNvSpPr>
            <a:spLocks noGrp="1"/>
          </p:cNvSpPr>
          <p:nvPr>
            <p:ph type="pic" idx="16393" hasCustomPrompt="1"/>
            <p:custDataLst>
              <p:tags r:id="rId7"/>
            </p:custDataLst>
          </p:nvPr>
        </p:nvSpPr>
        <p:spPr>
          <a:xfrm>
            <a:off x="1574800" y="22098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1016000" y="40894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1016000" y="4648200"/>
            <a:ext cx="26416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6" name="装饰  5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43688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7" name="图片占位符 16"/>
          <p:cNvSpPr>
            <a:spLocks noGrp="1"/>
          </p:cNvSpPr>
          <p:nvPr>
            <p:ph type="pic" idx="16395" hasCustomPrompt="1"/>
            <p:custDataLst>
              <p:tags r:id="rId11"/>
            </p:custDataLst>
          </p:nvPr>
        </p:nvSpPr>
        <p:spPr>
          <a:xfrm>
            <a:off x="5334000" y="22098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2"/>
            </p:custDataLst>
          </p:nvPr>
        </p:nvSpPr>
        <p:spPr>
          <a:xfrm>
            <a:off x="4775200" y="40894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3"/>
            </p:custDataLst>
          </p:nvPr>
        </p:nvSpPr>
        <p:spPr>
          <a:xfrm>
            <a:off x="4775200" y="4648200"/>
            <a:ext cx="26416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0" name="装饰  9"/>
          <p:cNvSpPr>
            <a:spLocks noGrp="1"/>
          </p:cNvSpPr>
          <p:nvPr>
            <p:ph type="body" idx="16396" hasCustomPrompt="1"/>
            <p:custDataLst>
              <p:tags r:id="rId14"/>
            </p:custDataLst>
          </p:nvPr>
        </p:nvSpPr>
        <p:spPr>
          <a:xfrm>
            <a:off x="8128000" y="1524000"/>
            <a:ext cx="345440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1" name="图片占位符 20"/>
          <p:cNvSpPr>
            <a:spLocks noGrp="1"/>
          </p:cNvSpPr>
          <p:nvPr>
            <p:ph type="pic" idx="16397" hasCustomPrompt="1"/>
            <p:custDataLst>
              <p:tags r:id="rId15"/>
            </p:custDataLst>
          </p:nvPr>
        </p:nvSpPr>
        <p:spPr>
          <a:xfrm>
            <a:off x="9093200" y="22098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16"/>
            </p:custDataLst>
          </p:nvPr>
        </p:nvSpPr>
        <p:spPr>
          <a:xfrm>
            <a:off x="8534400" y="4089400"/>
            <a:ext cx="26416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23" name="文本占位符 22"/>
          <p:cNvSpPr>
            <a:spLocks noGrp="1"/>
          </p:cNvSpPr>
          <p:nvPr>
            <p:ph type="body" idx="16391" hasCustomPrompt="1"/>
            <p:custDataLst>
              <p:tags r:id="rId17"/>
            </p:custDataLst>
          </p:nvPr>
        </p:nvSpPr>
        <p:spPr>
          <a:xfrm>
            <a:off x="8534400" y="4648200"/>
            <a:ext cx="26416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61_1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单击此处添加标题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12" name="内容占位符 11"/>
          <p:cNvSpPr>
            <a:spLocks noGrp="1"/>
          </p:cNvSpPr>
          <p:nvPr>
            <p:ph idx="16390" hasCustomPrompt="1"/>
            <p:custDataLst>
              <p:tags r:id="rId6"/>
            </p:custDataLst>
          </p:nvPr>
        </p:nvSpPr>
        <p:spPr>
          <a:xfrm>
            <a:off x="6096000" y="1524000"/>
            <a:ext cx="5486400" cy="4724400"/>
          </a:xfrm>
          <a:custGeom>
            <a:avLst/>
            <a:gdLst>
              <a:gd name="connisteX0" fmla="*/ 0 w 5486400"/>
              <a:gd name="connsiteY0" fmla="*/ 0 h 4724400"/>
              <a:gd name="connisteX1" fmla="*/ 5283200 w 5486400"/>
              <a:gd name="connsiteY1" fmla="*/ 0 h 4724400"/>
              <a:gd name="connisteX2" fmla="*/ 5486400 w 5486400"/>
              <a:gd name="connsiteY2" fmla="*/ 203200 h 4724400"/>
              <a:gd name="connisteX3" fmla="*/ 5486400 w 5486400"/>
              <a:gd name="connsiteY3" fmla="*/ 4521200 h 4724400"/>
              <a:gd name="connisteX4" fmla="*/ 5283200 w 5486400"/>
              <a:gd name="connsiteY4" fmla="*/ 4724400 h 4724400"/>
              <a:gd name="connisteX5" fmla="*/ 0 w 5486400"/>
              <a:gd name="connsiteY5" fmla="*/ 4724400 h 4724400"/>
              <a:gd name="connisteX6" fmla="*/ 0 w 5486400"/>
              <a:gd name="connsiteY6" fmla="*/ 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486400" h="4724400">
                <a:moveTo>
                  <a:pt x="0" y="0"/>
                </a:move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4521200"/>
                </a:lnTo>
                <a:cubicBezTo>
                  <a:pt x="5486400" y="4633424"/>
                  <a:pt x="5395424" y="4724400"/>
                  <a:pt x="5283200" y="4724400"/>
                </a:cubicBezTo>
                <a:lnTo>
                  <a:pt x="0" y="47244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3" name="装饰  2"/>
          <p:cNvSpPr>
            <a:spLocks noGrp="1"/>
          </p:cNvSpPr>
          <p:nvPr>
            <p:ph type="body" idx="16391" hasCustomPrompt="1"/>
            <p:custDataLst>
              <p:tags r:id="rId7"/>
            </p:custDataLst>
          </p:nvPr>
        </p:nvSpPr>
        <p:spPr>
          <a:xfrm>
            <a:off x="609600" y="1524000"/>
            <a:ext cx="5486400" cy="4724400"/>
          </a:xfrm>
          <a:custGeom>
            <a:avLst/>
            <a:gdLst>
              <a:gd name="connisteX0" fmla="*/ 0 w 5486400"/>
              <a:gd name="connsiteY0" fmla="*/ 203200 h 4724400"/>
              <a:gd name="connisteX1" fmla="*/ 203200 w 5486400"/>
              <a:gd name="connsiteY1" fmla="*/ 0 h 4724400"/>
              <a:gd name="connisteX2" fmla="*/ 5486400 w 5486400"/>
              <a:gd name="connsiteY2" fmla="*/ 0 h 4724400"/>
              <a:gd name="connisteX3" fmla="*/ 5486400 w 5486400"/>
              <a:gd name="connsiteY3" fmla="*/ 4724400 h 4724400"/>
              <a:gd name="connisteX4" fmla="*/ 203200 w 5486400"/>
              <a:gd name="connsiteY4" fmla="*/ 4724400 h 4724400"/>
              <a:gd name="connisteX5" fmla="*/ 0 w 5486400"/>
              <a:gd name="connsiteY5" fmla="*/ 4521200 h 4724400"/>
              <a:gd name="connisteX6" fmla="*/ 0 w 5486400"/>
              <a:gd name="connsiteY6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486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486400" y="0"/>
                </a:lnTo>
                <a:lnTo>
                  <a:pt x="5486400" y="4724400"/>
                </a:ln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1066800" y="2108200"/>
            <a:ext cx="45720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buNone/>
              <a:defRPr sz="2400" b="0" spc="0">
                <a:solidFill>
                  <a:srgbClr val="FFFFFF"/>
                </a:solidFill>
              </a:defRPr>
            </a:lvl1pPr>
            <a:lvl5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1066800" y="2667000"/>
            <a:ext cx="45720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rgbClr val="FFFFFF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6" name="文本占位符 15"/>
          <p:cNvSpPr>
            <a:spLocks noGrp="1"/>
          </p:cNvSpPr>
          <p:nvPr>
            <p:ph type="body" idx="16388" hasCustomPrompt="1"/>
            <p:custDataLst>
              <p:tags r:id="rId10"/>
            </p:custDataLst>
          </p:nvPr>
        </p:nvSpPr>
        <p:spPr>
          <a:xfrm>
            <a:off x="1066800" y="4191000"/>
            <a:ext cx="45720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buNone/>
              <a:defRPr sz="2400" b="0" spc="0">
                <a:solidFill>
                  <a:srgbClr val="FFFFFF"/>
                </a:solidFill>
              </a:defRPr>
            </a:lvl1pPr>
            <a:lvl5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7" name="文本占位符 16"/>
          <p:cNvSpPr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1066800" y="4749800"/>
            <a:ext cx="4572000" cy="914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rgbClr val="FFFFFF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14_10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>
                <a:latin typeface="汉仪刚艺体-85W" panose="00020600040101010101" charset="-122"/>
                <a:ea typeface="汉仪刚艺体-85W" panose="00020600040101010101" charset="-122"/>
              </a:rPr>
              <a:t>单击此处添加标题</a:t>
            </a:r>
            <a:endParaRPr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12" name="内容占位符 11"/>
          <p:cNvSpPr>
            <a:spLocks noGrp="1"/>
          </p:cNvSpPr>
          <p:nvPr>
            <p:ph idx="16390" hasCustomPrompt="1"/>
            <p:custDataLst>
              <p:tags r:id="rId6"/>
            </p:custDataLst>
          </p:nvPr>
        </p:nvSpPr>
        <p:spPr>
          <a:xfrm>
            <a:off x="609600" y="1524000"/>
            <a:ext cx="5588000" cy="2209800"/>
          </a:xfrm>
          <a:custGeom>
            <a:avLst/>
            <a:gdLst>
              <a:gd name="connisteX0" fmla="*/ 0 w 5588000"/>
              <a:gd name="connsiteY0" fmla="*/ 203200 h 2209800"/>
              <a:gd name="connisteX1" fmla="*/ 203200 w 5588000"/>
              <a:gd name="connsiteY1" fmla="*/ 0 h 2209800"/>
              <a:gd name="connisteX2" fmla="*/ 5384800 w 5588000"/>
              <a:gd name="connsiteY2" fmla="*/ 0 h 2209800"/>
              <a:gd name="connisteX3" fmla="*/ 5588000 w 5588000"/>
              <a:gd name="connsiteY3" fmla="*/ 203200 h 2209800"/>
              <a:gd name="connisteX4" fmla="*/ 5588000 w 5588000"/>
              <a:gd name="connsiteY4" fmla="*/ 2006600 h 2209800"/>
              <a:gd name="connisteX5" fmla="*/ 5384800 w 5588000"/>
              <a:gd name="connsiteY5" fmla="*/ 2209800 h 2209800"/>
              <a:gd name="connisteX6" fmla="*/ 203200 w 5588000"/>
              <a:gd name="connsiteY6" fmla="*/ 2209800 h 2209800"/>
              <a:gd name="connisteX7" fmla="*/ 0 w 5588000"/>
              <a:gd name="connsiteY7" fmla="*/ 2006600 h 2209800"/>
              <a:gd name="connisteX8" fmla="*/ 0 w 5588000"/>
              <a:gd name="connsiteY8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5880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384800" y="0"/>
                </a:lnTo>
                <a:cubicBezTo>
                  <a:pt x="5497024" y="0"/>
                  <a:pt x="5588000" y="90976"/>
                  <a:pt x="5588000" y="203200"/>
                </a:cubicBezTo>
                <a:lnTo>
                  <a:pt x="5588000" y="2006600"/>
                </a:lnTo>
                <a:cubicBezTo>
                  <a:pt x="5588000" y="2118824"/>
                  <a:pt x="5497024" y="2209800"/>
                  <a:pt x="5384800" y="2209800"/>
                </a:cubicBez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3" name="文本占位符 12"/>
          <p:cNvSpPr>
            <a:spLocks noGrp="1"/>
          </p:cNvSpPr>
          <p:nvPr>
            <p:ph type="body" idx="16386" hasCustomPrompt="1"/>
            <p:custDataLst>
              <p:tags r:id="rId7"/>
            </p:custDataLst>
          </p:nvPr>
        </p:nvSpPr>
        <p:spPr>
          <a:xfrm>
            <a:off x="6502400" y="1739900"/>
            <a:ext cx="50800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idx="16387" hasCustomPrompt="1"/>
            <p:custDataLst>
              <p:tags r:id="rId8"/>
            </p:custDataLst>
          </p:nvPr>
        </p:nvSpPr>
        <p:spPr>
          <a:xfrm>
            <a:off x="6502400" y="2298700"/>
            <a:ext cx="50800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5" name="内容占位符 14"/>
          <p:cNvSpPr>
            <a:spLocks noGrp="1"/>
          </p:cNvSpPr>
          <p:nvPr>
            <p:ph idx="16391" hasCustomPrompt="1"/>
            <p:custDataLst>
              <p:tags r:id="rId9"/>
            </p:custDataLst>
          </p:nvPr>
        </p:nvSpPr>
        <p:spPr>
          <a:xfrm>
            <a:off x="609600" y="4038600"/>
            <a:ext cx="5588000" cy="2209800"/>
          </a:xfrm>
          <a:custGeom>
            <a:avLst/>
            <a:gdLst>
              <a:gd name="connisteX0" fmla="*/ 0 w 5588000"/>
              <a:gd name="connsiteY0" fmla="*/ 203200 h 2209800"/>
              <a:gd name="connisteX1" fmla="*/ 203200 w 5588000"/>
              <a:gd name="connsiteY1" fmla="*/ 0 h 2209800"/>
              <a:gd name="connisteX2" fmla="*/ 5384800 w 5588000"/>
              <a:gd name="connsiteY2" fmla="*/ 0 h 2209800"/>
              <a:gd name="connisteX3" fmla="*/ 5588000 w 5588000"/>
              <a:gd name="connsiteY3" fmla="*/ 203200 h 2209800"/>
              <a:gd name="connisteX4" fmla="*/ 5588000 w 5588000"/>
              <a:gd name="connsiteY4" fmla="*/ 2006600 h 2209800"/>
              <a:gd name="connisteX5" fmla="*/ 5384800 w 5588000"/>
              <a:gd name="connsiteY5" fmla="*/ 2209800 h 2209800"/>
              <a:gd name="connisteX6" fmla="*/ 203200 w 5588000"/>
              <a:gd name="connsiteY6" fmla="*/ 2209800 h 2209800"/>
              <a:gd name="connisteX7" fmla="*/ 0 w 5588000"/>
              <a:gd name="connsiteY7" fmla="*/ 2006600 h 2209800"/>
              <a:gd name="connisteX8" fmla="*/ 0 w 5588000"/>
              <a:gd name="connsiteY8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5880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384800" y="0"/>
                </a:lnTo>
                <a:cubicBezTo>
                  <a:pt x="5497024" y="0"/>
                  <a:pt x="5588000" y="90976"/>
                  <a:pt x="5588000" y="203200"/>
                </a:cubicBezTo>
                <a:lnTo>
                  <a:pt x="5588000" y="2006600"/>
                </a:lnTo>
                <a:cubicBezTo>
                  <a:pt x="5588000" y="2118824"/>
                  <a:pt x="5497024" y="2209800"/>
                  <a:pt x="5384800" y="2209800"/>
                </a:cubicBez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6" name="文本占位符 15"/>
          <p:cNvSpPr>
            <a:spLocks noGrp="1"/>
          </p:cNvSpPr>
          <p:nvPr>
            <p:ph type="body" idx="16388" hasCustomPrompt="1"/>
            <p:custDataLst>
              <p:tags r:id="rId10"/>
            </p:custDataLst>
          </p:nvPr>
        </p:nvSpPr>
        <p:spPr>
          <a:xfrm>
            <a:off x="6502400" y="4254500"/>
            <a:ext cx="50800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7" name="文本占位符 16"/>
          <p:cNvSpPr>
            <a:spLocks noGrp="1"/>
          </p:cNvSpPr>
          <p:nvPr>
            <p:ph type="body" idx="16389" hasCustomPrompt="1"/>
            <p:custDataLst>
              <p:tags r:id="rId11"/>
            </p:custDataLst>
          </p:nvPr>
        </p:nvSpPr>
        <p:spPr>
          <a:xfrm>
            <a:off x="6502400" y="4813300"/>
            <a:ext cx="5080000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9_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1" name="标题 10"/>
          <p:cNvSpPr>
            <a:spLocks noGrp="1"/>
          </p:cNvSpPr>
          <p:nvPr>
            <p:ph type="ctrTitle" idx="16385" hasCustomPrompt="1"/>
            <p:custDataLst>
              <p:tags r:id="rId5"/>
            </p:custDataLst>
          </p:nvPr>
        </p:nvSpPr>
        <p:spPr>
          <a:xfrm>
            <a:off x="609600" y="533400"/>
            <a:ext cx="109728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单击此处添加标题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12" name="装饰  1"/>
          <p:cNvSpPr>
            <a:spLocks noGrp="1"/>
          </p:cNvSpPr>
          <p:nvPr>
            <p:ph type="body" idx="16391" hasCustomPrompt="1"/>
            <p:custDataLst>
              <p:tags r:id="rId6"/>
            </p:custDataLst>
          </p:nvPr>
        </p:nvSpPr>
        <p:spPr>
          <a:xfrm>
            <a:off x="609600" y="1524000"/>
            <a:ext cx="5334000" cy="4724400"/>
          </a:xfrm>
          <a:custGeom>
            <a:avLst/>
            <a:gdLst>
              <a:gd name="connisteX0" fmla="*/ 0 w 5334000"/>
              <a:gd name="connsiteY0" fmla="*/ 203200 h 4724400"/>
              <a:gd name="connisteX1" fmla="*/ 203200 w 5334000"/>
              <a:gd name="connsiteY1" fmla="*/ 0 h 4724400"/>
              <a:gd name="connisteX2" fmla="*/ 5130800 w 5334000"/>
              <a:gd name="connsiteY2" fmla="*/ 0 h 4724400"/>
              <a:gd name="connisteX3" fmla="*/ 5334000 w 5334000"/>
              <a:gd name="connsiteY3" fmla="*/ 203200 h 4724400"/>
              <a:gd name="connisteX4" fmla="*/ 5334000 w 5334000"/>
              <a:gd name="connsiteY4" fmla="*/ 4521200 h 4724400"/>
              <a:gd name="connisteX5" fmla="*/ 5130800 w 5334000"/>
              <a:gd name="connsiteY5" fmla="*/ 4724400 h 4724400"/>
              <a:gd name="connisteX6" fmla="*/ 203200 w 5334000"/>
              <a:gd name="connsiteY6" fmla="*/ 4724400 h 4724400"/>
              <a:gd name="connisteX7" fmla="*/ 0 w 5334000"/>
              <a:gd name="connsiteY7" fmla="*/ 4521200 h 4724400"/>
              <a:gd name="connisteX8" fmla="*/ 0 w 53340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3340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4521200"/>
                </a:lnTo>
                <a:cubicBezTo>
                  <a:pt x="5334000" y="4633424"/>
                  <a:pt x="5243024" y="4724400"/>
                  <a:pt x="51308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3" name="图片占位符 12"/>
          <p:cNvSpPr>
            <a:spLocks noGrp="1"/>
          </p:cNvSpPr>
          <p:nvPr>
            <p:ph type="pic" idx="16390" hasCustomPrompt="1"/>
            <p:custDataLst>
              <p:tags r:id="rId7"/>
            </p:custDataLst>
          </p:nvPr>
        </p:nvSpPr>
        <p:spPr>
          <a:xfrm>
            <a:off x="2514600" y="2362200"/>
            <a:ext cx="1524000" cy="1524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idx="16386" hasCustomPrompt="1"/>
            <p:custDataLst>
              <p:tags r:id="rId8"/>
            </p:custDataLst>
          </p:nvPr>
        </p:nvSpPr>
        <p:spPr>
          <a:xfrm>
            <a:off x="1016000" y="4241800"/>
            <a:ext cx="452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idx="16387" hasCustomPrompt="1"/>
            <p:custDataLst>
              <p:tags r:id="rId9"/>
            </p:custDataLst>
          </p:nvPr>
        </p:nvSpPr>
        <p:spPr>
          <a:xfrm>
            <a:off x="1016000" y="4800600"/>
            <a:ext cx="4521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6" name="装饰  5"/>
          <p:cNvSpPr>
            <a:spLocks noGrp="1"/>
          </p:cNvSpPr>
          <p:nvPr>
            <p:ph type="body" idx="16393" hasCustomPrompt="1"/>
            <p:custDataLst>
              <p:tags r:id="rId10"/>
            </p:custDataLst>
          </p:nvPr>
        </p:nvSpPr>
        <p:spPr>
          <a:xfrm>
            <a:off x="6248400" y="1524000"/>
            <a:ext cx="5334000" cy="4724400"/>
          </a:xfrm>
          <a:custGeom>
            <a:avLst/>
            <a:gdLst>
              <a:gd name="connisteX0" fmla="*/ 0 w 5334000"/>
              <a:gd name="connsiteY0" fmla="*/ 203200 h 4724400"/>
              <a:gd name="connisteX1" fmla="*/ 203200 w 5334000"/>
              <a:gd name="connsiteY1" fmla="*/ 0 h 4724400"/>
              <a:gd name="connisteX2" fmla="*/ 5130800 w 5334000"/>
              <a:gd name="connsiteY2" fmla="*/ 0 h 4724400"/>
              <a:gd name="connisteX3" fmla="*/ 5334000 w 5334000"/>
              <a:gd name="connsiteY3" fmla="*/ 203200 h 4724400"/>
              <a:gd name="connisteX4" fmla="*/ 5334000 w 5334000"/>
              <a:gd name="connsiteY4" fmla="*/ 4521200 h 4724400"/>
              <a:gd name="connisteX5" fmla="*/ 5130800 w 5334000"/>
              <a:gd name="connsiteY5" fmla="*/ 4724400 h 4724400"/>
              <a:gd name="connisteX6" fmla="*/ 203200 w 5334000"/>
              <a:gd name="connsiteY6" fmla="*/ 4724400 h 4724400"/>
              <a:gd name="connisteX7" fmla="*/ 0 w 5334000"/>
              <a:gd name="connsiteY7" fmla="*/ 4521200 h 4724400"/>
              <a:gd name="connisteX8" fmla="*/ 0 w 53340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3340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4521200"/>
                </a:lnTo>
                <a:cubicBezTo>
                  <a:pt x="5334000" y="4633424"/>
                  <a:pt x="5243024" y="4724400"/>
                  <a:pt x="51308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7" name="图片占位符 16"/>
          <p:cNvSpPr>
            <a:spLocks noGrp="1"/>
          </p:cNvSpPr>
          <p:nvPr>
            <p:ph type="pic" idx="16392" hasCustomPrompt="1"/>
            <p:custDataLst>
              <p:tags r:id="rId11"/>
            </p:custDataLst>
          </p:nvPr>
        </p:nvSpPr>
        <p:spPr>
          <a:xfrm>
            <a:off x="8153400" y="2362200"/>
            <a:ext cx="1524000" cy="1524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2"/>
            </p:custDataLst>
          </p:nvPr>
        </p:nvSpPr>
        <p:spPr>
          <a:xfrm>
            <a:off x="6654800" y="4241800"/>
            <a:ext cx="452120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单击此处添加项标题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3"/>
            </p:custDataLst>
          </p:nvPr>
        </p:nvSpPr>
        <p:spPr>
          <a:xfrm>
            <a:off x="6654800" y="4800600"/>
            <a:ext cx="4521200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  <a:t>单击此处添加项正文</a:t>
            </a:r>
            <a:endParaRPr lang="zh-CN" altLang="en-US" smtClean="0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6" Type="http://schemas.openxmlformats.org/officeDocument/2006/relationships/theme" Target="../theme/theme2.xml"/><Relationship Id="rId25" Type="http://schemas.openxmlformats.org/officeDocument/2006/relationships/tags" Target="../tags/tag110.xml"/><Relationship Id="rId24" Type="http://schemas.openxmlformats.org/officeDocument/2006/relationships/tags" Target="../tags/tag109.xml"/><Relationship Id="rId23" Type="http://schemas.openxmlformats.org/officeDocument/2006/relationships/tags" Target="../tags/tag108.xml"/><Relationship Id="rId22" Type="http://schemas.openxmlformats.org/officeDocument/2006/relationships/tags" Target="../tags/tag107.xml"/><Relationship Id="rId21" Type="http://schemas.openxmlformats.org/officeDocument/2006/relationships/tags" Target="../tags/tag106.xml"/><Relationship Id="rId20" Type="http://schemas.openxmlformats.org/officeDocument/2006/relationships/tags" Target="../tags/tag105.xml"/><Relationship Id="rId2" Type="http://schemas.openxmlformats.org/officeDocument/2006/relationships/slideLayout" Target="../slideLayouts/slideLayout12.xml"/><Relationship Id="rId19" Type="http://schemas.openxmlformats.org/officeDocument/2006/relationships/tags" Target="../tags/tag104.xml"/><Relationship Id="rId18" Type="http://schemas.openxmlformats.org/officeDocument/2006/relationships/tags" Target="../tags/tag103.xml"/><Relationship Id="rId17" Type="http://schemas.openxmlformats.org/officeDocument/2006/relationships/image" Target="../media/image3.png"/><Relationship Id="rId16" Type="http://schemas.openxmlformats.org/officeDocument/2006/relationships/tags" Target="../tags/tag102.xml"/><Relationship Id="rId15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1.xml"/><Relationship Id="rId5" Type="http://schemas.openxmlformats.org/officeDocument/2006/relationships/slideLayout" Target="../slideLayouts/slideLayout30.xml"/><Relationship Id="rId4" Type="http://schemas.openxmlformats.org/officeDocument/2006/relationships/slideLayout" Target="../slideLayouts/slideLayout29.xml"/><Relationship Id="rId3" Type="http://schemas.openxmlformats.org/officeDocument/2006/relationships/slideLayout" Target="../slideLayouts/slideLayout28.xml"/><Relationship Id="rId24" Type="http://schemas.openxmlformats.org/officeDocument/2006/relationships/theme" Target="../theme/theme3.xml"/><Relationship Id="rId23" Type="http://schemas.openxmlformats.org/officeDocument/2006/relationships/tags" Target="../tags/tag287.xml"/><Relationship Id="rId22" Type="http://schemas.openxmlformats.org/officeDocument/2006/relationships/tags" Target="../tags/tag286.xml"/><Relationship Id="rId21" Type="http://schemas.openxmlformats.org/officeDocument/2006/relationships/tags" Target="../tags/tag285.xml"/><Relationship Id="rId20" Type="http://schemas.openxmlformats.org/officeDocument/2006/relationships/tags" Target="../tags/tag284.xml"/><Relationship Id="rId2" Type="http://schemas.openxmlformats.org/officeDocument/2006/relationships/slideLayout" Target="../slideLayouts/slideLayout27.xml"/><Relationship Id="rId19" Type="http://schemas.openxmlformats.org/officeDocument/2006/relationships/tags" Target="../tags/tag283.xml"/><Relationship Id="rId18" Type="http://schemas.openxmlformats.org/officeDocument/2006/relationships/tags" Target="../tags/tag282.xml"/><Relationship Id="rId17" Type="http://schemas.openxmlformats.org/officeDocument/2006/relationships/tags" Target="../tags/tag281.xml"/><Relationship Id="rId16" Type="http://schemas.openxmlformats.org/officeDocument/2006/relationships/tags" Target="../tags/tag280.xml"/><Relationship Id="rId15" Type="http://schemas.openxmlformats.org/officeDocument/2006/relationships/image" Target="../media/image3.png"/><Relationship Id="rId14" Type="http://schemas.openxmlformats.org/officeDocument/2006/relationships/tags" Target="../tags/tag279.xml"/><Relationship Id="rId13" Type="http://schemas.openxmlformats.org/officeDocument/2006/relationships/slideLayout" Target="../slideLayouts/slideLayout38.xml"/><Relationship Id="rId12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35.xml"/><Relationship Id="rId1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168" y="52311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168" y="198361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en-US" altLang="zh-CN" dirty="0"/>
          </a:p>
          <a:p>
            <a:pPr lvl="5"/>
            <a:r>
              <a:rPr lang="zh-CN" altLang="en-US" dirty="0"/>
              <a:t>第六级</a:t>
            </a:r>
            <a:endParaRPr lang="en-US" altLang="zh-CN" dirty="0"/>
          </a:p>
          <a:p>
            <a:pPr marL="2971800" marR="0" lvl="6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第七级</a:t>
            </a:r>
            <a:endParaRPr lang="en-US" altLang="zh-CN" dirty="0"/>
          </a:p>
          <a:p>
            <a:pPr marL="3429000" marR="0" lvl="7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第八级</a:t>
            </a:r>
            <a:endParaRPr lang="en-US" altLang="zh-CN" dirty="0"/>
          </a:p>
          <a:p>
            <a:pPr marL="3886200" marR="0" lvl="8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第九级</a:t>
            </a:r>
            <a:endParaRPr lang="en-US" altLang="zh-CN" dirty="0"/>
          </a:p>
          <a:p>
            <a:pPr marL="3886200" marR="0" lvl="8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endParaRPr lang="en-US" altLang="zh-CN" dirty="0"/>
          </a:p>
          <a:p>
            <a:pPr lvl="5"/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5pPr>
      <a:lvl6pPr marL="25146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Char char="•"/>
        <a:defRPr lang="zh-CN" altLang="en-US" sz="2400" kern="1200" dirty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8pPr>
      <a:lvl9pPr marL="3657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蓝色IT科技风主题"/>
          <p:cNvPicPr>
            <a:picLocks noChangeAspect="1"/>
          </p:cNvPicPr>
          <p:nvPr userDrawn="1"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矩形 8"/>
          <p:cNvSpPr/>
          <p:nvPr userDrawn="1">
            <p:custDataLst>
              <p:tags r:id="rId18"/>
            </p:custDataLst>
          </p:nvPr>
        </p:nvSpPr>
        <p:spPr>
          <a:xfrm>
            <a:off x="0" y="318"/>
            <a:ext cx="12190730" cy="6857365"/>
          </a:xfrm>
          <a:prstGeom prst="rect">
            <a:avLst/>
          </a:prstGeom>
          <a:solidFill>
            <a:schemeClr val="bg2">
              <a:alpha val="94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9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>
                <a:latin typeface="汉仪刚艺体-85W" panose="00020600040101010101" charset="-122"/>
                <a:ea typeface="汉仪刚艺体-85W" panose="00020600040101010101" charset="-122"/>
              </a:rPr>
              <a:t>单击此处编辑母版标题样式</a:t>
            </a:r>
            <a:endParaRPr lang="zh-CN" altLang="en-US" dirty="0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0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>
                <a:latin typeface="MiSans Normal" panose="00000500000000000000" charset="-122"/>
                <a:ea typeface="MiSans Normal" panose="00000500000000000000" charset="-122"/>
              </a:rPr>
              <a:t>单击此处编辑母版文本样式</a:t>
            </a:r>
            <a:endParaRPr lang="zh-CN" altLang="en-US" dirty="0">
              <a:latin typeface="MiSans Normal" panose="00000500000000000000" charset="-122"/>
              <a:ea typeface="MiSans Normal" panose="00000500000000000000" charset="-122"/>
            </a:endParaRPr>
          </a:p>
          <a:p>
            <a:pPr lvl="1"/>
            <a:r>
              <a:rPr lang="zh-CN" altLang="en-US" dirty="0">
                <a:latin typeface="MiSans Normal" panose="00000500000000000000" charset="-122"/>
                <a:ea typeface="MiSans Normal" panose="00000500000000000000" charset="-122"/>
              </a:rPr>
              <a:t>第二级</a:t>
            </a:r>
            <a:endParaRPr lang="zh-CN" altLang="en-US" dirty="0">
              <a:latin typeface="MiSans Normal" panose="00000500000000000000" charset="-122"/>
              <a:ea typeface="MiSans Normal" panose="00000500000000000000" charset="-122"/>
            </a:endParaRPr>
          </a:p>
          <a:p>
            <a:pPr lvl="2"/>
            <a:r>
              <a:rPr lang="zh-CN" altLang="en-US" dirty="0">
                <a:latin typeface="MiSans Normal" panose="00000500000000000000" charset="-122"/>
                <a:ea typeface="MiSans Normal" panose="00000500000000000000" charset="-122"/>
              </a:rPr>
              <a:t>第三级</a:t>
            </a:r>
            <a:endParaRPr lang="zh-CN" altLang="en-US" dirty="0">
              <a:latin typeface="MiSans Normal" panose="00000500000000000000" charset="-122"/>
              <a:ea typeface="MiSans Normal" panose="00000500000000000000" charset="-122"/>
            </a:endParaRPr>
          </a:p>
          <a:p>
            <a:pPr lvl="3"/>
            <a:r>
              <a:rPr lang="zh-CN" altLang="en-US" dirty="0">
                <a:latin typeface="MiSans Normal" panose="00000500000000000000" charset="-122"/>
                <a:ea typeface="MiSans Normal" panose="00000500000000000000" charset="-122"/>
              </a:rPr>
              <a:t>第四级</a:t>
            </a:r>
            <a:endParaRPr lang="zh-CN" altLang="en-US" dirty="0">
              <a:latin typeface="MiSans Normal" panose="00000500000000000000" charset="-122"/>
              <a:ea typeface="MiSans Normal" panose="00000500000000000000" charset="-122"/>
            </a:endParaRPr>
          </a:p>
          <a:p>
            <a:pPr lvl="4"/>
            <a:r>
              <a:rPr lang="zh-CN" altLang="en-US" dirty="0">
                <a:latin typeface="MiSans Normal" panose="00000500000000000000" charset="-122"/>
                <a:ea typeface="MiSans Normal" panose="00000500000000000000" charset="-122"/>
              </a:rPr>
              <a:t>第五级</a:t>
            </a:r>
            <a:endParaRPr lang="zh-CN" altLang="en-US" dirty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21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2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3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 dirty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KSO_TEMPLATE" hidden="1"/>
          <p:cNvSpPr/>
          <p:nvPr userDrawn="1">
            <p:custDataLst>
              <p:tags r:id="rId2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25"/>
    </p:custDataLst>
  </p:cSld>
  <p:clrMap bg1="dk1" tx1="lt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蓝色IT科技风主题"/>
          <p:cNvPicPr>
            <a:picLocks noChangeAspect="1"/>
          </p:cNvPicPr>
          <p:nvPr userDrawn="1"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矩形 8"/>
          <p:cNvSpPr/>
          <p:nvPr userDrawn="1">
            <p:custDataLst>
              <p:tags r:id="rId16"/>
            </p:custDataLst>
          </p:nvPr>
        </p:nvSpPr>
        <p:spPr>
          <a:xfrm>
            <a:off x="0" y="318"/>
            <a:ext cx="12190730" cy="6857365"/>
          </a:xfrm>
          <a:prstGeom prst="rect">
            <a:avLst/>
          </a:prstGeom>
          <a:solidFill>
            <a:schemeClr val="bg2">
              <a:alpha val="94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>
                <a:latin typeface="汉仪刚艺体-85W" panose="00020600040101010101" charset="-122"/>
                <a:ea typeface="汉仪刚艺体-85W" panose="00020600040101010101" charset="-122"/>
              </a:rPr>
              <a:t>单击此处编辑母版标题样式</a:t>
            </a:r>
            <a:endParaRPr lang="zh-CN" altLang="en-US" dirty="0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8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>
                <a:latin typeface="MiSans Normal" panose="00000500000000000000" charset="-122"/>
                <a:ea typeface="MiSans Normal" panose="00000500000000000000" charset="-122"/>
              </a:rPr>
              <a:t>单击此处编辑母版文本样式</a:t>
            </a:r>
            <a:endParaRPr lang="zh-CN" altLang="en-US" dirty="0">
              <a:latin typeface="MiSans Normal" panose="00000500000000000000" charset="-122"/>
              <a:ea typeface="MiSans Normal" panose="00000500000000000000" charset="-122"/>
            </a:endParaRPr>
          </a:p>
          <a:p>
            <a:pPr lvl="1"/>
            <a:r>
              <a:rPr lang="zh-CN" altLang="en-US" dirty="0">
                <a:latin typeface="MiSans Normal" panose="00000500000000000000" charset="-122"/>
                <a:ea typeface="MiSans Normal" panose="00000500000000000000" charset="-122"/>
              </a:rPr>
              <a:t>第二级</a:t>
            </a:r>
            <a:endParaRPr lang="zh-CN" altLang="en-US" dirty="0">
              <a:latin typeface="MiSans Normal" panose="00000500000000000000" charset="-122"/>
              <a:ea typeface="MiSans Normal" panose="00000500000000000000" charset="-122"/>
            </a:endParaRPr>
          </a:p>
          <a:p>
            <a:pPr lvl="2"/>
            <a:r>
              <a:rPr lang="zh-CN" altLang="en-US" dirty="0">
                <a:latin typeface="MiSans Normal" panose="00000500000000000000" charset="-122"/>
                <a:ea typeface="MiSans Normal" panose="00000500000000000000" charset="-122"/>
              </a:rPr>
              <a:t>第三级</a:t>
            </a:r>
            <a:endParaRPr lang="zh-CN" altLang="en-US" dirty="0">
              <a:latin typeface="MiSans Normal" panose="00000500000000000000" charset="-122"/>
              <a:ea typeface="MiSans Normal" panose="00000500000000000000" charset="-122"/>
            </a:endParaRPr>
          </a:p>
          <a:p>
            <a:pPr lvl="3"/>
            <a:r>
              <a:rPr lang="zh-CN" altLang="en-US" dirty="0">
                <a:latin typeface="MiSans Normal" panose="00000500000000000000" charset="-122"/>
                <a:ea typeface="MiSans Normal" panose="00000500000000000000" charset="-122"/>
              </a:rPr>
              <a:t>第四级</a:t>
            </a:r>
            <a:endParaRPr lang="zh-CN" altLang="en-US" dirty="0">
              <a:latin typeface="MiSans Normal" panose="00000500000000000000" charset="-122"/>
              <a:ea typeface="MiSans Normal" panose="00000500000000000000" charset="-122"/>
            </a:endParaRPr>
          </a:p>
          <a:p>
            <a:pPr lvl="4"/>
            <a:r>
              <a:rPr lang="zh-CN" altLang="en-US" dirty="0">
                <a:latin typeface="MiSans Normal" panose="00000500000000000000" charset="-122"/>
                <a:ea typeface="MiSans Normal" panose="00000500000000000000" charset="-122"/>
              </a:rPr>
              <a:t>第五级</a:t>
            </a:r>
            <a:endParaRPr lang="zh-CN" altLang="en-US" dirty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9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0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1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>
                <a:latin typeface="MiSans Normal" panose="00000500000000000000" charset="-122"/>
                <a:ea typeface="MiSans Normal" panose="00000500000000000000" charset="-122"/>
              </a:rPr>
            </a:fld>
            <a:endParaRPr lang="zh-CN" altLang="en-US" dirty="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KSO_TEMPLATE" hidden="1"/>
          <p:cNvSpPr/>
          <p:nvPr userDrawn="1">
            <p:custDataLst>
              <p:tags r:id="rId22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23"/>
    </p:custDataLst>
  </p:cSld>
  <p:clrMap bg1="dk1" tx1="lt1" bg2="dk2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1.xml"/><Relationship Id="rId4" Type="http://schemas.openxmlformats.org/officeDocument/2006/relationships/tags" Target="../tags/tag291.xml"/><Relationship Id="rId3" Type="http://schemas.openxmlformats.org/officeDocument/2006/relationships/tags" Target="../tags/tag290.xml"/><Relationship Id="rId2" Type="http://schemas.openxmlformats.org/officeDocument/2006/relationships/tags" Target="../tags/tag289.xml"/><Relationship Id="rId1" Type="http://schemas.openxmlformats.org/officeDocument/2006/relationships/tags" Target="../tags/tag288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300.xml"/><Relationship Id="rId8" Type="http://schemas.openxmlformats.org/officeDocument/2006/relationships/tags" Target="../tags/tag299.xml"/><Relationship Id="rId7" Type="http://schemas.openxmlformats.org/officeDocument/2006/relationships/tags" Target="../tags/tag298.xml"/><Relationship Id="rId6" Type="http://schemas.openxmlformats.org/officeDocument/2006/relationships/tags" Target="../tags/tag297.xml"/><Relationship Id="rId5" Type="http://schemas.openxmlformats.org/officeDocument/2006/relationships/tags" Target="../tags/tag296.xml"/><Relationship Id="rId4" Type="http://schemas.openxmlformats.org/officeDocument/2006/relationships/tags" Target="../tags/tag295.xml"/><Relationship Id="rId3" Type="http://schemas.openxmlformats.org/officeDocument/2006/relationships/tags" Target="../tags/tag294.xml"/><Relationship Id="rId2" Type="http://schemas.openxmlformats.org/officeDocument/2006/relationships/tags" Target="../tags/tag293.xml"/><Relationship Id="rId19" Type="http://schemas.openxmlformats.org/officeDocument/2006/relationships/slideLayout" Target="../slideLayouts/slideLayout26.xml"/><Relationship Id="rId18" Type="http://schemas.openxmlformats.org/officeDocument/2006/relationships/tags" Target="../tags/tag309.xml"/><Relationship Id="rId17" Type="http://schemas.openxmlformats.org/officeDocument/2006/relationships/tags" Target="../tags/tag308.xml"/><Relationship Id="rId16" Type="http://schemas.openxmlformats.org/officeDocument/2006/relationships/tags" Target="../tags/tag307.xml"/><Relationship Id="rId15" Type="http://schemas.openxmlformats.org/officeDocument/2006/relationships/tags" Target="../tags/tag306.xml"/><Relationship Id="rId14" Type="http://schemas.openxmlformats.org/officeDocument/2006/relationships/tags" Target="../tags/tag305.xml"/><Relationship Id="rId13" Type="http://schemas.openxmlformats.org/officeDocument/2006/relationships/tags" Target="../tags/tag304.xml"/><Relationship Id="rId12" Type="http://schemas.openxmlformats.org/officeDocument/2006/relationships/tags" Target="../tags/tag303.xml"/><Relationship Id="rId11" Type="http://schemas.openxmlformats.org/officeDocument/2006/relationships/tags" Target="../tags/tag302.xml"/><Relationship Id="rId10" Type="http://schemas.openxmlformats.org/officeDocument/2006/relationships/tags" Target="../tags/tag301.xml"/><Relationship Id="rId1" Type="http://schemas.openxmlformats.org/officeDocument/2006/relationships/tags" Target="../tags/tag29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4.xml"/><Relationship Id="rId3" Type="http://schemas.openxmlformats.org/officeDocument/2006/relationships/tags" Target="../tags/tag312.xml"/><Relationship Id="rId2" Type="http://schemas.openxmlformats.org/officeDocument/2006/relationships/tags" Target="../tags/tag311.xml"/><Relationship Id="rId1" Type="http://schemas.openxmlformats.org/officeDocument/2006/relationships/tags" Target="../tags/tag310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320.xml"/><Relationship Id="rId8" Type="http://schemas.openxmlformats.org/officeDocument/2006/relationships/tags" Target="../tags/tag319.xml"/><Relationship Id="rId7" Type="http://schemas.openxmlformats.org/officeDocument/2006/relationships/tags" Target="../tags/tag318.xml"/><Relationship Id="rId6" Type="http://schemas.openxmlformats.org/officeDocument/2006/relationships/tags" Target="../tags/tag317.xml"/><Relationship Id="rId5" Type="http://schemas.openxmlformats.org/officeDocument/2006/relationships/tags" Target="../tags/tag316.xml"/><Relationship Id="rId4" Type="http://schemas.openxmlformats.org/officeDocument/2006/relationships/tags" Target="../tags/tag315.xml"/><Relationship Id="rId3" Type="http://schemas.openxmlformats.org/officeDocument/2006/relationships/image" Target="../media/image4.jpeg"/><Relationship Id="rId2" Type="http://schemas.openxmlformats.org/officeDocument/2006/relationships/tags" Target="../tags/tag314.xml"/><Relationship Id="rId14" Type="http://schemas.openxmlformats.org/officeDocument/2006/relationships/slideLayout" Target="../slideLayouts/slideLayout27.xml"/><Relationship Id="rId13" Type="http://schemas.openxmlformats.org/officeDocument/2006/relationships/tags" Target="../tags/tag324.xml"/><Relationship Id="rId12" Type="http://schemas.openxmlformats.org/officeDocument/2006/relationships/tags" Target="../tags/tag323.xml"/><Relationship Id="rId11" Type="http://schemas.openxmlformats.org/officeDocument/2006/relationships/tags" Target="../tags/tag322.xml"/><Relationship Id="rId10" Type="http://schemas.openxmlformats.org/officeDocument/2006/relationships/tags" Target="../tags/tag321.xml"/><Relationship Id="rId1" Type="http://schemas.openxmlformats.org/officeDocument/2006/relationships/tags" Target="../tags/tag313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jpeg"/><Relationship Id="rId8" Type="http://schemas.openxmlformats.org/officeDocument/2006/relationships/tags" Target="../tags/tag331.xml"/><Relationship Id="rId7" Type="http://schemas.openxmlformats.org/officeDocument/2006/relationships/tags" Target="../tags/tag330.xml"/><Relationship Id="rId6" Type="http://schemas.openxmlformats.org/officeDocument/2006/relationships/tags" Target="../tags/tag329.xml"/><Relationship Id="rId5" Type="http://schemas.openxmlformats.org/officeDocument/2006/relationships/tags" Target="../tags/tag328.xml"/><Relationship Id="rId4" Type="http://schemas.openxmlformats.org/officeDocument/2006/relationships/image" Target="../media/image5.jpeg"/><Relationship Id="rId3" Type="http://schemas.openxmlformats.org/officeDocument/2006/relationships/tags" Target="../tags/tag327.xml"/><Relationship Id="rId2" Type="http://schemas.openxmlformats.org/officeDocument/2006/relationships/tags" Target="../tags/tag326.xml"/><Relationship Id="rId13" Type="http://schemas.openxmlformats.org/officeDocument/2006/relationships/slideLayout" Target="../slideLayouts/slideLayout28.xml"/><Relationship Id="rId12" Type="http://schemas.openxmlformats.org/officeDocument/2006/relationships/tags" Target="../tags/tag334.xml"/><Relationship Id="rId11" Type="http://schemas.openxmlformats.org/officeDocument/2006/relationships/tags" Target="../tags/tag333.xml"/><Relationship Id="rId10" Type="http://schemas.openxmlformats.org/officeDocument/2006/relationships/tags" Target="../tags/tag332.xml"/><Relationship Id="rId1" Type="http://schemas.openxmlformats.org/officeDocument/2006/relationships/tags" Target="../tags/tag325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4.xml"/><Relationship Id="rId3" Type="http://schemas.openxmlformats.org/officeDocument/2006/relationships/tags" Target="../tags/tag337.xml"/><Relationship Id="rId2" Type="http://schemas.openxmlformats.org/officeDocument/2006/relationships/tags" Target="../tags/tag336.xml"/><Relationship Id="rId1" Type="http://schemas.openxmlformats.org/officeDocument/2006/relationships/tags" Target="../tags/tag335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345.xml"/><Relationship Id="rId8" Type="http://schemas.openxmlformats.org/officeDocument/2006/relationships/tags" Target="../tags/tag344.xml"/><Relationship Id="rId7" Type="http://schemas.openxmlformats.org/officeDocument/2006/relationships/tags" Target="../tags/tag343.xml"/><Relationship Id="rId6" Type="http://schemas.openxmlformats.org/officeDocument/2006/relationships/tags" Target="../tags/tag342.xml"/><Relationship Id="rId5" Type="http://schemas.openxmlformats.org/officeDocument/2006/relationships/tags" Target="../tags/tag341.xml"/><Relationship Id="rId4" Type="http://schemas.openxmlformats.org/officeDocument/2006/relationships/tags" Target="../tags/tag340.xml"/><Relationship Id="rId3" Type="http://schemas.openxmlformats.org/officeDocument/2006/relationships/image" Target="../media/image7.jpeg"/><Relationship Id="rId2" Type="http://schemas.openxmlformats.org/officeDocument/2006/relationships/tags" Target="../tags/tag339.xml"/><Relationship Id="rId11" Type="http://schemas.openxmlformats.org/officeDocument/2006/relationships/slideLayout" Target="../slideLayouts/slideLayout29.xml"/><Relationship Id="rId10" Type="http://schemas.openxmlformats.org/officeDocument/2006/relationships/tags" Target="../tags/tag346.xml"/><Relationship Id="rId1" Type="http://schemas.openxmlformats.org/officeDocument/2006/relationships/tags" Target="../tags/tag338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353.xml"/><Relationship Id="rId8" Type="http://schemas.openxmlformats.org/officeDocument/2006/relationships/tags" Target="../tags/tag352.xml"/><Relationship Id="rId7" Type="http://schemas.openxmlformats.org/officeDocument/2006/relationships/image" Target="../media/image9.jpeg"/><Relationship Id="rId6" Type="http://schemas.openxmlformats.org/officeDocument/2006/relationships/tags" Target="../tags/tag351.xml"/><Relationship Id="rId5" Type="http://schemas.openxmlformats.org/officeDocument/2006/relationships/tags" Target="../tags/tag350.xml"/><Relationship Id="rId4" Type="http://schemas.openxmlformats.org/officeDocument/2006/relationships/tags" Target="../tags/tag349.xml"/><Relationship Id="rId3" Type="http://schemas.openxmlformats.org/officeDocument/2006/relationships/image" Target="../media/image8.jpeg"/><Relationship Id="rId2" Type="http://schemas.openxmlformats.org/officeDocument/2006/relationships/tags" Target="../tags/tag348.xml"/><Relationship Id="rId11" Type="http://schemas.openxmlformats.org/officeDocument/2006/relationships/slideLayout" Target="../slideLayouts/slideLayout30.xml"/><Relationship Id="rId10" Type="http://schemas.openxmlformats.org/officeDocument/2006/relationships/tags" Target="../tags/tag354.xml"/><Relationship Id="rId1" Type="http://schemas.openxmlformats.org/officeDocument/2006/relationships/tags" Target="../tags/tag347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4.xml"/><Relationship Id="rId3" Type="http://schemas.openxmlformats.org/officeDocument/2006/relationships/tags" Target="../tags/tag357.xml"/><Relationship Id="rId2" Type="http://schemas.openxmlformats.org/officeDocument/2006/relationships/tags" Target="../tags/tag356.xml"/><Relationship Id="rId1" Type="http://schemas.openxmlformats.org/officeDocument/2006/relationships/tags" Target="../tags/tag355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jpeg"/><Relationship Id="rId8" Type="http://schemas.openxmlformats.org/officeDocument/2006/relationships/tags" Target="../tags/tag364.xml"/><Relationship Id="rId7" Type="http://schemas.openxmlformats.org/officeDocument/2006/relationships/tags" Target="../tags/tag363.xml"/><Relationship Id="rId6" Type="http://schemas.openxmlformats.org/officeDocument/2006/relationships/tags" Target="../tags/tag362.xml"/><Relationship Id="rId5" Type="http://schemas.openxmlformats.org/officeDocument/2006/relationships/tags" Target="../tags/tag361.xml"/><Relationship Id="rId4" Type="http://schemas.openxmlformats.org/officeDocument/2006/relationships/image" Target="../media/image10.jpeg"/><Relationship Id="rId3" Type="http://schemas.openxmlformats.org/officeDocument/2006/relationships/tags" Target="../tags/tag360.xml"/><Relationship Id="rId2" Type="http://schemas.openxmlformats.org/officeDocument/2006/relationships/tags" Target="../tags/tag359.xml"/><Relationship Id="rId18" Type="http://schemas.openxmlformats.org/officeDocument/2006/relationships/slideLayout" Target="../slideLayouts/slideLayout31.xml"/><Relationship Id="rId17" Type="http://schemas.openxmlformats.org/officeDocument/2006/relationships/tags" Target="../tags/tag371.xml"/><Relationship Id="rId16" Type="http://schemas.openxmlformats.org/officeDocument/2006/relationships/tags" Target="../tags/tag370.xml"/><Relationship Id="rId15" Type="http://schemas.openxmlformats.org/officeDocument/2006/relationships/tags" Target="../tags/tag369.xml"/><Relationship Id="rId14" Type="http://schemas.openxmlformats.org/officeDocument/2006/relationships/image" Target="../media/image12.jpeg"/><Relationship Id="rId13" Type="http://schemas.openxmlformats.org/officeDocument/2006/relationships/tags" Target="../tags/tag368.xml"/><Relationship Id="rId12" Type="http://schemas.openxmlformats.org/officeDocument/2006/relationships/tags" Target="../tags/tag367.xml"/><Relationship Id="rId11" Type="http://schemas.openxmlformats.org/officeDocument/2006/relationships/tags" Target="../tags/tag366.xml"/><Relationship Id="rId10" Type="http://schemas.openxmlformats.org/officeDocument/2006/relationships/tags" Target="../tags/tag365.xml"/><Relationship Id="rId1" Type="http://schemas.openxmlformats.org/officeDocument/2006/relationships/tags" Target="../tags/tag358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jpeg"/><Relationship Id="rId8" Type="http://schemas.openxmlformats.org/officeDocument/2006/relationships/tags" Target="../tags/tag378.xml"/><Relationship Id="rId7" Type="http://schemas.openxmlformats.org/officeDocument/2006/relationships/tags" Target="../tags/tag377.xml"/><Relationship Id="rId6" Type="http://schemas.openxmlformats.org/officeDocument/2006/relationships/tags" Target="../tags/tag376.xml"/><Relationship Id="rId5" Type="http://schemas.openxmlformats.org/officeDocument/2006/relationships/tags" Target="../tags/tag375.xml"/><Relationship Id="rId4" Type="http://schemas.openxmlformats.org/officeDocument/2006/relationships/image" Target="../media/image13.jpeg"/><Relationship Id="rId3" Type="http://schemas.openxmlformats.org/officeDocument/2006/relationships/tags" Target="../tags/tag374.xml"/><Relationship Id="rId2" Type="http://schemas.openxmlformats.org/officeDocument/2006/relationships/tags" Target="../tags/tag373.xml"/><Relationship Id="rId18" Type="http://schemas.openxmlformats.org/officeDocument/2006/relationships/slideLayout" Target="../slideLayouts/slideLayout32.xml"/><Relationship Id="rId17" Type="http://schemas.openxmlformats.org/officeDocument/2006/relationships/tags" Target="../tags/tag385.xml"/><Relationship Id="rId16" Type="http://schemas.openxmlformats.org/officeDocument/2006/relationships/tags" Target="../tags/tag384.xml"/><Relationship Id="rId15" Type="http://schemas.openxmlformats.org/officeDocument/2006/relationships/tags" Target="../tags/tag383.xml"/><Relationship Id="rId14" Type="http://schemas.openxmlformats.org/officeDocument/2006/relationships/image" Target="../media/image15.jpeg"/><Relationship Id="rId13" Type="http://schemas.openxmlformats.org/officeDocument/2006/relationships/tags" Target="../tags/tag382.xml"/><Relationship Id="rId12" Type="http://schemas.openxmlformats.org/officeDocument/2006/relationships/tags" Target="../tags/tag381.xml"/><Relationship Id="rId11" Type="http://schemas.openxmlformats.org/officeDocument/2006/relationships/tags" Target="../tags/tag380.xml"/><Relationship Id="rId10" Type="http://schemas.openxmlformats.org/officeDocument/2006/relationships/tags" Target="../tags/tag379.xml"/><Relationship Id="rId1" Type="http://schemas.openxmlformats.org/officeDocument/2006/relationships/tags" Target="../tags/tag372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393.xml"/><Relationship Id="rId8" Type="http://schemas.openxmlformats.org/officeDocument/2006/relationships/tags" Target="../tags/tag392.xml"/><Relationship Id="rId7" Type="http://schemas.openxmlformats.org/officeDocument/2006/relationships/tags" Target="../tags/tag391.xml"/><Relationship Id="rId6" Type="http://schemas.openxmlformats.org/officeDocument/2006/relationships/tags" Target="../tags/tag390.xml"/><Relationship Id="rId5" Type="http://schemas.openxmlformats.org/officeDocument/2006/relationships/tags" Target="../tags/tag389.xml"/><Relationship Id="rId4" Type="http://schemas.openxmlformats.org/officeDocument/2006/relationships/tags" Target="../tags/tag388.xml"/><Relationship Id="rId3" Type="http://schemas.openxmlformats.org/officeDocument/2006/relationships/image" Target="../media/image16.jpeg"/><Relationship Id="rId2" Type="http://schemas.openxmlformats.org/officeDocument/2006/relationships/tags" Target="../tags/tag387.xml"/><Relationship Id="rId10" Type="http://schemas.openxmlformats.org/officeDocument/2006/relationships/slideLayout" Target="../slideLayouts/slideLayout33.xml"/><Relationship Id="rId1" Type="http://schemas.openxmlformats.org/officeDocument/2006/relationships/tags" Target="../tags/tag386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4.xml"/><Relationship Id="rId3" Type="http://schemas.openxmlformats.org/officeDocument/2006/relationships/tags" Target="../tags/tag396.xml"/><Relationship Id="rId2" Type="http://schemas.openxmlformats.org/officeDocument/2006/relationships/tags" Target="../tags/tag395.xml"/><Relationship Id="rId1" Type="http://schemas.openxmlformats.org/officeDocument/2006/relationships/tags" Target="../tags/tag394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404.xml"/><Relationship Id="rId8" Type="http://schemas.openxmlformats.org/officeDocument/2006/relationships/tags" Target="../tags/tag403.xml"/><Relationship Id="rId7" Type="http://schemas.openxmlformats.org/officeDocument/2006/relationships/tags" Target="../tags/tag402.xml"/><Relationship Id="rId6" Type="http://schemas.openxmlformats.org/officeDocument/2006/relationships/tags" Target="../tags/tag401.xml"/><Relationship Id="rId5" Type="http://schemas.openxmlformats.org/officeDocument/2006/relationships/tags" Target="../tags/tag400.xml"/><Relationship Id="rId4" Type="http://schemas.openxmlformats.org/officeDocument/2006/relationships/tags" Target="../tags/tag399.xml"/><Relationship Id="rId3" Type="http://schemas.openxmlformats.org/officeDocument/2006/relationships/image" Target="../media/image17.jpeg"/><Relationship Id="rId2" Type="http://schemas.openxmlformats.org/officeDocument/2006/relationships/tags" Target="../tags/tag398.xml"/><Relationship Id="rId11" Type="http://schemas.openxmlformats.org/officeDocument/2006/relationships/slideLayout" Target="../slideLayouts/slideLayout34.xml"/><Relationship Id="rId10" Type="http://schemas.openxmlformats.org/officeDocument/2006/relationships/tags" Target="../tags/tag405.xml"/><Relationship Id="rId1" Type="http://schemas.openxmlformats.org/officeDocument/2006/relationships/tags" Target="../tags/tag397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jpeg"/><Relationship Id="rId8" Type="http://schemas.openxmlformats.org/officeDocument/2006/relationships/tags" Target="../tags/tag412.xml"/><Relationship Id="rId7" Type="http://schemas.openxmlformats.org/officeDocument/2006/relationships/tags" Target="../tags/tag411.xml"/><Relationship Id="rId6" Type="http://schemas.openxmlformats.org/officeDocument/2006/relationships/tags" Target="../tags/tag410.xml"/><Relationship Id="rId5" Type="http://schemas.openxmlformats.org/officeDocument/2006/relationships/tags" Target="../tags/tag409.xml"/><Relationship Id="rId4" Type="http://schemas.openxmlformats.org/officeDocument/2006/relationships/image" Target="../media/image18.jpeg"/><Relationship Id="rId3" Type="http://schemas.openxmlformats.org/officeDocument/2006/relationships/tags" Target="../tags/tag408.xml"/><Relationship Id="rId2" Type="http://schemas.openxmlformats.org/officeDocument/2006/relationships/tags" Target="../tags/tag407.xml"/><Relationship Id="rId18" Type="http://schemas.openxmlformats.org/officeDocument/2006/relationships/slideLayout" Target="../slideLayouts/slideLayout35.xml"/><Relationship Id="rId17" Type="http://schemas.openxmlformats.org/officeDocument/2006/relationships/tags" Target="../tags/tag419.xml"/><Relationship Id="rId16" Type="http://schemas.openxmlformats.org/officeDocument/2006/relationships/tags" Target="../tags/tag418.xml"/><Relationship Id="rId15" Type="http://schemas.openxmlformats.org/officeDocument/2006/relationships/tags" Target="../tags/tag417.xml"/><Relationship Id="rId14" Type="http://schemas.openxmlformats.org/officeDocument/2006/relationships/image" Target="../media/image20.jpeg"/><Relationship Id="rId13" Type="http://schemas.openxmlformats.org/officeDocument/2006/relationships/tags" Target="../tags/tag416.xml"/><Relationship Id="rId12" Type="http://schemas.openxmlformats.org/officeDocument/2006/relationships/tags" Target="../tags/tag415.xml"/><Relationship Id="rId11" Type="http://schemas.openxmlformats.org/officeDocument/2006/relationships/tags" Target="../tags/tag414.xml"/><Relationship Id="rId10" Type="http://schemas.openxmlformats.org/officeDocument/2006/relationships/tags" Target="../tags/tag413.xml"/><Relationship Id="rId1" Type="http://schemas.openxmlformats.org/officeDocument/2006/relationships/tags" Target="../tags/tag406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4.xml"/><Relationship Id="rId3" Type="http://schemas.openxmlformats.org/officeDocument/2006/relationships/tags" Target="../tags/tag422.xml"/><Relationship Id="rId2" Type="http://schemas.openxmlformats.org/officeDocument/2006/relationships/tags" Target="../tags/tag421.xml"/><Relationship Id="rId1" Type="http://schemas.openxmlformats.org/officeDocument/2006/relationships/tags" Target="../tags/tag420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430.xml"/><Relationship Id="rId8" Type="http://schemas.openxmlformats.org/officeDocument/2006/relationships/tags" Target="../tags/tag429.xml"/><Relationship Id="rId7" Type="http://schemas.openxmlformats.org/officeDocument/2006/relationships/tags" Target="../tags/tag428.xml"/><Relationship Id="rId6" Type="http://schemas.openxmlformats.org/officeDocument/2006/relationships/tags" Target="../tags/tag427.xml"/><Relationship Id="rId5" Type="http://schemas.openxmlformats.org/officeDocument/2006/relationships/tags" Target="../tags/tag426.xml"/><Relationship Id="rId4" Type="http://schemas.openxmlformats.org/officeDocument/2006/relationships/tags" Target="../tags/tag425.xml"/><Relationship Id="rId3" Type="http://schemas.openxmlformats.org/officeDocument/2006/relationships/image" Target="../media/image21.jpeg"/><Relationship Id="rId2" Type="http://schemas.openxmlformats.org/officeDocument/2006/relationships/tags" Target="../tags/tag424.xml"/><Relationship Id="rId10" Type="http://schemas.openxmlformats.org/officeDocument/2006/relationships/slideLayout" Target="../slideLayouts/slideLayout36.xml"/><Relationship Id="rId1" Type="http://schemas.openxmlformats.org/officeDocument/2006/relationships/tags" Target="../tags/tag423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437.xml"/><Relationship Id="rId8" Type="http://schemas.openxmlformats.org/officeDocument/2006/relationships/tags" Target="../tags/tag436.xml"/><Relationship Id="rId7" Type="http://schemas.openxmlformats.org/officeDocument/2006/relationships/image" Target="../media/image23.jpeg"/><Relationship Id="rId6" Type="http://schemas.openxmlformats.org/officeDocument/2006/relationships/tags" Target="../tags/tag435.xml"/><Relationship Id="rId5" Type="http://schemas.openxmlformats.org/officeDocument/2006/relationships/tags" Target="../tags/tag434.xml"/><Relationship Id="rId4" Type="http://schemas.openxmlformats.org/officeDocument/2006/relationships/tags" Target="../tags/tag433.xml"/><Relationship Id="rId3" Type="http://schemas.openxmlformats.org/officeDocument/2006/relationships/image" Target="../media/image22.jpeg"/><Relationship Id="rId2" Type="http://schemas.openxmlformats.org/officeDocument/2006/relationships/tags" Target="../tags/tag432.xml"/><Relationship Id="rId11" Type="http://schemas.openxmlformats.org/officeDocument/2006/relationships/slideLayout" Target="../slideLayouts/slideLayout37.xml"/><Relationship Id="rId10" Type="http://schemas.openxmlformats.org/officeDocument/2006/relationships/tags" Target="../tags/tag438.xml"/><Relationship Id="rId1" Type="http://schemas.openxmlformats.org/officeDocument/2006/relationships/tags" Target="../tags/tag431.xml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445.xml"/><Relationship Id="rId8" Type="http://schemas.openxmlformats.org/officeDocument/2006/relationships/tags" Target="../tags/tag444.xml"/><Relationship Id="rId7" Type="http://schemas.openxmlformats.org/officeDocument/2006/relationships/tags" Target="../tags/tag443.xml"/><Relationship Id="rId6" Type="http://schemas.openxmlformats.org/officeDocument/2006/relationships/tags" Target="../tags/tag442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Relationship Id="rId3" Type="http://schemas.openxmlformats.org/officeDocument/2006/relationships/tags" Target="../tags/tag441.xml"/><Relationship Id="rId2" Type="http://schemas.openxmlformats.org/officeDocument/2006/relationships/tags" Target="../tags/tag440.xml"/><Relationship Id="rId15" Type="http://schemas.openxmlformats.org/officeDocument/2006/relationships/slideLayout" Target="../slideLayouts/slideLayout38.xml"/><Relationship Id="rId14" Type="http://schemas.openxmlformats.org/officeDocument/2006/relationships/tags" Target="../tags/tag448.xml"/><Relationship Id="rId13" Type="http://schemas.openxmlformats.org/officeDocument/2006/relationships/tags" Target="../tags/tag447.xml"/><Relationship Id="rId12" Type="http://schemas.openxmlformats.org/officeDocument/2006/relationships/tags" Target="../tags/tag446.xml"/><Relationship Id="rId11" Type="http://schemas.openxmlformats.org/officeDocument/2006/relationships/image" Target="../media/image27.svg"/><Relationship Id="rId10" Type="http://schemas.openxmlformats.org/officeDocument/2006/relationships/image" Target="../media/image26.png"/><Relationship Id="rId1" Type="http://schemas.openxmlformats.org/officeDocument/2006/relationships/tags" Target="../tags/tag439.xml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5.xml"/><Relationship Id="rId3" Type="http://schemas.openxmlformats.org/officeDocument/2006/relationships/tags" Target="../tags/tag451.xml"/><Relationship Id="rId2" Type="http://schemas.openxmlformats.org/officeDocument/2006/relationships/tags" Target="../tags/tag450.xml"/><Relationship Id="rId1" Type="http://schemas.openxmlformats.org/officeDocument/2006/relationships/tags" Target="../tags/tag4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占位符 4"/>
          <p:cNvSpPr>
            <a:spLocks noGrp="1"/>
          </p:cNvSpPr>
          <p:nvPr>
            <p:ph type="body" idx="13"/>
            <p:custDataLst>
              <p:tags r:id="rId1"/>
            </p:custDataLst>
          </p:nvPr>
        </p:nvSpPr>
        <p:spPr/>
        <p:txBody>
          <a:bodyPr/>
          <a:p>
            <a:r>
              <a:rPr lang="en-US" altLang="zh-CN">
                <a:latin typeface="MiSans Normal" panose="00000500000000000000" charset="-122"/>
                <a:ea typeface="MiSans Normal" panose="00000500000000000000" charset="-122"/>
              </a:rPr>
              <a:t>2026/09/03</a:t>
            </a:r>
            <a:endParaRPr lang="en-US" altLang="zh-CN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6" name="标题 5"/>
          <p:cNvSpPr>
            <a:spLocks noGrp="1"/>
          </p:cNvSpPr>
          <p:nvPr>
            <p:ph type="ctrTitle" idx="14"/>
            <p:custDataLst>
              <p:tags r:id="rId2"/>
            </p:custDataLst>
          </p:nvPr>
        </p:nvSpPr>
        <p:spPr/>
        <p:txBody>
          <a:bodyPr>
            <a:normAutofit fontScale="90000"/>
          </a:bodyPr>
          <a:p>
            <a:r>
              <a:rPr lang="zh-CN" altLang="en-US" sz="5400">
                <a:latin typeface="汉仪刚艺体-85W" panose="00020600040101010101" charset="-122"/>
                <a:ea typeface="汉仪刚艺体-85W" panose="00020600040101010101" charset="-122"/>
              </a:rPr>
              <a:t>工业燃气轮机排放预测与运行参数智能优化系统课程设计汇报</a:t>
            </a:r>
            <a:endParaRPr lang="zh-CN" altLang="en-US" sz="5400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5"/>
            <p:custDataLst>
              <p:tags r:id="rId3"/>
            </p:custDataLst>
          </p:nvPr>
        </p:nvSpPr>
        <p:spPr/>
        <p:txBody>
          <a:bodyPr>
            <a:normAutofit/>
          </a:bodyPr>
          <a:p>
            <a:r>
              <a:rPr lang="en-US" altLang="zh-CN">
                <a:latin typeface="MiSans Normal" panose="00000500000000000000" charset="-122"/>
                <a:ea typeface="MiSans Normal" panose="00000500000000000000" charset="-122"/>
              </a:rPr>
              <a:t>汇报人</a:t>
            </a: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：智造</a:t>
            </a:r>
            <a:r>
              <a:rPr lang="en-US" altLang="zh-CN">
                <a:latin typeface="MiSans Normal" panose="00000500000000000000" charset="-122"/>
                <a:ea typeface="MiSans Normal" panose="00000500000000000000" charset="-122"/>
              </a:rPr>
              <a:t>24-1</a:t>
            </a: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牛铭辰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  <a:p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副标题 1"/>
          <p:cNvSpPr>
            <a:spLocks noGrp="1"/>
          </p:cNvSpPr>
          <p:nvPr>
            <p:ph type="subTitle" idx="16386"/>
            <p:custDataLst>
              <p:tags r:id="rId1"/>
            </p:custDataLst>
          </p:nvPr>
        </p:nvSpPr>
        <p:spPr/>
        <p:txBody>
          <a:bodyPr/>
          <a:p>
            <a:pPr algn="ctr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CONTENTS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3" name="标题 2"/>
          <p:cNvSpPr>
            <a:spLocks noGrp="1"/>
          </p:cNvSpPr>
          <p:nvPr>
            <p:ph type="ctrTitle" idx="16385"/>
            <p:custDataLst>
              <p:tags r:id="rId2"/>
            </p:custDataLst>
          </p:nvPr>
        </p:nvSpPr>
        <p:spPr/>
        <p:txBody>
          <a:bodyPr/>
          <a:p>
            <a:pPr algn="ctr">
              <a:lnSpc>
                <a:spcPct val="104000"/>
              </a:lnSpc>
            </a:pPr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目录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6388"/>
            <p:custDataLst>
              <p:tags r:id="rId3"/>
            </p:custDataLst>
          </p:nvPr>
        </p:nvSpPr>
        <p:spPr/>
        <p:txBody>
          <a:bodyPr/>
          <a:p>
            <a:pPr algn="ctr">
              <a:lnSpc>
                <a:spcPct val="109000"/>
              </a:lnSpc>
            </a:pPr>
            <a:r>
              <a:rPr lang="en-US" altLang="en-US">
                <a:latin typeface="MiSans Normal" panose="00000500000000000000" charset="-122"/>
                <a:ea typeface="MiSans Normal" panose="00000500000000000000" charset="-122"/>
              </a:rPr>
              <a:t>01</a:t>
            </a:r>
            <a:endParaRPr lang="en-US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5" name="装饰  3"/>
          <p:cNvSpPr>
            <a:spLocks noGrp="1"/>
          </p:cNvSpPr>
          <p:nvPr>
            <p:ph type="body" idx="16397"/>
            <p:custDataLst>
              <p:tags r:id="rId4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5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8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项目背景与设计目标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6390"/>
            <p:custDataLst>
              <p:tags r:id="rId6"/>
            </p:custDataLst>
          </p:nvPr>
        </p:nvSpPr>
        <p:spPr/>
        <p:txBody>
          <a:bodyPr/>
          <a:p>
            <a:pPr algn="ctr">
              <a:lnSpc>
                <a:spcPct val="109000"/>
              </a:lnSpc>
            </a:pPr>
            <a:r>
              <a:rPr lang="en-US" altLang="en-US">
                <a:latin typeface="MiSans Normal" panose="00000500000000000000" charset="-122"/>
                <a:ea typeface="MiSans Normal" panose="00000500000000000000" charset="-122"/>
              </a:rPr>
              <a:t>02</a:t>
            </a:r>
            <a:endParaRPr lang="en-US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8" name="装饰  6"/>
          <p:cNvSpPr>
            <a:spLocks noGrp="1"/>
          </p:cNvSpPr>
          <p:nvPr>
            <p:ph type="body" idx="16398"/>
            <p:custDataLst>
              <p:tags r:id="rId7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6389"/>
            <p:custDataLst>
              <p:tags r:id="rId8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8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系统总体方案设计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文本占位符 9"/>
          <p:cNvSpPr>
            <a:spLocks noGrp="1"/>
          </p:cNvSpPr>
          <p:nvPr>
            <p:ph type="body" idx="16392"/>
            <p:custDataLst>
              <p:tags r:id="rId9"/>
            </p:custDataLst>
          </p:nvPr>
        </p:nvSpPr>
        <p:spPr/>
        <p:txBody>
          <a:bodyPr/>
          <a:p>
            <a:pPr algn="ctr">
              <a:lnSpc>
                <a:spcPct val="109000"/>
              </a:lnSpc>
            </a:pPr>
            <a:r>
              <a:rPr lang="en-US" altLang="en-US">
                <a:latin typeface="MiSans Normal" panose="00000500000000000000" charset="-122"/>
                <a:ea typeface="MiSans Normal" panose="00000500000000000000" charset="-122"/>
              </a:rPr>
              <a:t>03</a:t>
            </a:r>
            <a:endParaRPr lang="en-US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1" name="装饰  9"/>
          <p:cNvSpPr>
            <a:spLocks noGrp="1"/>
          </p:cNvSpPr>
          <p:nvPr>
            <p:ph type="body" idx="16399"/>
            <p:custDataLst>
              <p:tags r:id="rId10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2" name="文本占位符 11"/>
          <p:cNvSpPr>
            <a:spLocks noGrp="1"/>
          </p:cNvSpPr>
          <p:nvPr>
            <p:ph type="body" idx="16391"/>
            <p:custDataLst>
              <p:tags r:id="rId11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8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数据资源与算法实现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3" name="文本占位符 12"/>
          <p:cNvSpPr>
            <a:spLocks noGrp="1"/>
          </p:cNvSpPr>
          <p:nvPr>
            <p:ph type="body" idx="16394"/>
            <p:custDataLst>
              <p:tags r:id="rId12"/>
            </p:custDataLst>
          </p:nvPr>
        </p:nvSpPr>
        <p:spPr/>
        <p:txBody>
          <a:bodyPr/>
          <a:p>
            <a:pPr algn="ctr">
              <a:lnSpc>
                <a:spcPct val="109000"/>
              </a:lnSpc>
            </a:pPr>
            <a:r>
              <a:rPr lang="en-US" altLang="en-US">
                <a:latin typeface="MiSans Normal" panose="00000500000000000000" charset="-122"/>
                <a:ea typeface="MiSans Normal" panose="00000500000000000000" charset="-122"/>
              </a:rPr>
              <a:t>04</a:t>
            </a:r>
            <a:endParaRPr lang="en-US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4" name="装饰  2"/>
          <p:cNvSpPr>
            <a:spLocks noGrp="1"/>
          </p:cNvSpPr>
          <p:nvPr>
            <p:ph type="body" idx="16400"/>
            <p:custDataLst>
              <p:tags r:id="rId13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idx="16393"/>
            <p:custDataLst>
              <p:tags r:id="rId14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8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测试验证与开发说明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6" name="文本占位符 15"/>
          <p:cNvSpPr>
            <a:spLocks noGrp="1"/>
          </p:cNvSpPr>
          <p:nvPr>
            <p:ph type="body" idx="16396"/>
            <p:custDataLst>
              <p:tags r:id="rId15"/>
            </p:custDataLst>
          </p:nvPr>
        </p:nvSpPr>
        <p:spPr/>
        <p:txBody>
          <a:bodyPr/>
          <a:p>
            <a:pPr algn="ctr">
              <a:lnSpc>
                <a:spcPct val="109000"/>
              </a:lnSpc>
            </a:pPr>
            <a:r>
              <a:rPr lang="en-US" altLang="en-US">
                <a:latin typeface="MiSans Normal" panose="00000500000000000000" charset="-122"/>
                <a:ea typeface="MiSans Normal" panose="00000500000000000000" charset="-122"/>
              </a:rPr>
              <a:t>05</a:t>
            </a:r>
            <a:endParaRPr lang="en-US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7" name="装饰  5"/>
          <p:cNvSpPr>
            <a:spLocks noGrp="1"/>
          </p:cNvSpPr>
          <p:nvPr>
            <p:ph type="body" idx="16401"/>
            <p:custDataLst>
              <p:tags r:id="rId16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8" name="文本占位符 17"/>
          <p:cNvSpPr>
            <a:spLocks noGrp="1"/>
          </p:cNvSpPr>
          <p:nvPr>
            <p:ph type="body" idx="16395"/>
            <p:custDataLst>
              <p:tags r:id="rId17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8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总结与展望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18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ctrTitle" idx="13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项目背景与设计目标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4"/>
            <p:custDataLst>
              <p:tags r:id="rId2"/>
            </p:custDataLst>
          </p:nvPr>
        </p:nvSpPr>
        <p:spPr/>
        <p:txBody>
          <a:bodyPr/>
          <a:p>
            <a:r>
              <a:rPr lang="en-US" altLang="en-US">
                <a:latin typeface="MiSans Normal" panose="00000500000000000000" charset="-122"/>
                <a:ea typeface="MiSans Normal" panose="00000500000000000000" charset="-122"/>
              </a:rPr>
              <a:t>01</a:t>
            </a:r>
            <a:endParaRPr lang="en-US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研究背景与意义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pic>
        <p:nvPicPr>
          <p:cNvPr id="16" name="内容占位符 15" descr="42afdf14-a69f-11f1-a90f-a2aa0dde4534"/>
          <p:cNvPicPr>
            <a:picLocks noChangeAspect="1"/>
          </p:cNvPicPr>
          <p:nvPr>
            <p:ph idx="16392"/>
            <p:custDataLst>
              <p:tags r:id="rId2"/>
            </p:custDataLst>
          </p:nvPr>
        </p:nvPicPr>
        <p:blipFill>
          <a:blip r:embed="rId3"/>
          <a:srcRect l="52180"/>
          <a:stretch>
            <a:fillRect/>
          </a:stretch>
        </p:blipFill>
        <p:spPr>
          <a:xfrm>
            <a:off x="609600" y="609600"/>
            <a:ext cx="4038600" cy="5638800"/>
          </a:xfrm>
          <a:custGeom>
            <a:avLst/>
            <a:gdLst>
              <a:gd name="connisteX0" fmla="*/ 0 w 4038600"/>
              <a:gd name="connsiteY0" fmla="*/ 0 h 5638800"/>
              <a:gd name="connisteX1" fmla="*/ 4038600 w 4038600"/>
              <a:gd name="connsiteY1" fmla="*/ 0 h 5638800"/>
              <a:gd name="connisteX2" fmla="*/ 4038600 w 4038600"/>
              <a:gd name="connsiteY2" fmla="*/ 5638800 h 5638800"/>
              <a:gd name="connisteX3" fmla="*/ 0 w 4038600"/>
              <a:gd name="connsiteY3" fmla="*/ 5638800 h 5638800"/>
              <a:gd name="connisteX4" fmla="*/ 0 w 4038600"/>
              <a:gd name="connsiteY4" fmla="*/ 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4038600" h="5638800">
                <a:moveTo>
                  <a:pt x="0" y="0"/>
                </a:moveTo>
                <a:lnTo>
                  <a:pt x="4038600" y="0"/>
                </a:lnTo>
                <a:lnTo>
                  <a:pt x="4038600" y="5638800"/>
                </a:lnTo>
                <a:lnTo>
                  <a:pt x="0" y="5638800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4" name="装饰  2"/>
          <p:cNvSpPr>
            <a:spLocks noGrp="1"/>
          </p:cNvSpPr>
          <p:nvPr>
            <p:ph type="body" idx="16393"/>
            <p:custDataLst>
              <p:tags r:id="rId4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5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双碳目标下的排放管控需求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6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双碳与环保政策趋严，燃气轮机运行需同时兼顾发电效率与CO、NOx等污染物排放管控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7" name="装饰  5"/>
          <p:cNvSpPr>
            <a:spLocks noGrp="1"/>
          </p:cNvSpPr>
          <p:nvPr>
            <p:ph type="body" idx="16394"/>
            <p:custDataLst>
              <p:tags r:id="rId7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8" name="文本占位符 7"/>
          <p:cNvSpPr>
            <a:spLocks noGrp="1"/>
          </p:cNvSpPr>
          <p:nvPr>
            <p:ph type="body" idx="16388"/>
            <p:custDataLst>
              <p:tags r:id="rId8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传统调参模式的核心痛点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6389"/>
            <p:custDataLst>
              <p:tags r:id="rId9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人工调参依赖操作人员经验，存在迭代周期长、难平衡效率与排放、异常发现滞后等问题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装饰  8"/>
          <p:cNvSpPr>
            <a:spLocks noGrp="1"/>
          </p:cNvSpPr>
          <p:nvPr>
            <p:ph type="body" idx="16395"/>
            <p:custDataLst>
              <p:tags r:id="rId10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1" name="文本占位符 10"/>
          <p:cNvSpPr>
            <a:spLocks noGrp="1"/>
          </p:cNvSpPr>
          <p:nvPr>
            <p:ph type="body" idx="16390"/>
            <p:custDataLst>
              <p:tags r:id="rId11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项目研究实践价值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2" name="文本占位符 11"/>
          <p:cNvSpPr>
            <a:spLocks noGrp="1"/>
          </p:cNvSpPr>
          <p:nvPr>
            <p:ph type="body" idx="16391"/>
            <p:custDataLst>
              <p:tags r:id="rId12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打造可运行演示的智能系统，支撑机组安全、高效、低碳运行，完成课程知识全链路实践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1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核心技术方向与设计目标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3" name="装饰  1"/>
          <p:cNvSpPr>
            <a:spLocks noGrp="1"/>
          </p:cNvSpPr>
          <p:nvPr>
            <p:ph type="body" idx="16390"/>
            <p:custDataLst>
              <p:tags r:id="rId2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pic>
        <p:nvPicPr>
          <p:cNvPr id="17" name="图片占位符 16" descr="42c8efe0-a69f-11f1-88a1-a6e807222613"/>
          <p:cNvPicPr>
            <a:picLocks noChangeAspect="1"/>
          </p:cNvPicPr>
          <p:nvPr>
            <p:ph type="pic" idx="16391"/>
            <p:custDataLst>
              <p:tags r:id="rId3"/>
            </p:custDataLst>
          </p:nvPr>
        </p:nvPicPr>
        <p:blipFill>
          <a:blip r:embed="rId4"/>
          <a:srcRect t="14960" b="10873"/>
          <a:stretch>
            <a:fillRect/>
          </a:stretch>
        </p:blipFill>
        <p:spPr>
          <a:xfrm>
            <a:off x="609600" y="1524000"/>
            <a:ext cx="5334000" cy="2641600"/>
          </a:xfrm>
          <a:custGeom>
            <a:avLst/>
            <a:gdLst>
              <a:gd name="connisteX0" fmla="*/ 0 w 5334000"/>
              <a:gd name="connsiteY0" fmla="*/ 203200 h 2641600"/>
              <a:gd name="connisteX1" fmla="*/ 203200 w 5334000"/>
              <a:gd name="connsiteY1" fmla="*/ 0 h 2641600"/>
              <a:gd name="connisteX2" fmla="*/ 5130800 w 5334000"/>
              <a:gd name="connsiteY2" fmla="*/ 0 h 2641600"/>
              <a:gd name="connisteX3" fmla="*/ 5334000 w 5334000"/>
              <a:gd name="connsiteY3" fmla="*/ 203200 h 2641600"/>
              <a:gd name="connisteX4" fmla="*/ 5334000 w 5334000"/>
              <a:gd name="connsiteY4" fmla="*/ 2641600 h 2641600"/>
              <a:gd name="connisteX5" fmla="*/ 0 w 5334000"/>
              <a:gd name="connsiteY5" fmla="*/ 2641600 h 2641600"/>
              <a:gd name="connisteX6" fmla="*/ 0 w 53340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3340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5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覆盖三类课程核心技术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6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覆盖监督学习回归、智能优化算法、无监督异常检测三大课程核心技术方向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7" name="装饰  5"/>
          <p:cNvSpPr>
            <a:spLocks noGrp="1"/>
          </p:cNvSpPr>
          <p:nvPr>
            <p:ph type="body" idx="16392"/>
            <p:custDataLst>
              <p:tags r:id="rId7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pic>
        <p:nvPicPr>
          <p:cNvPr id="18" name="图片占位符 17" descr="42c8f10c-a69f-11f1-88a1-a6e807222613"/>
          <p:cNvPicPr>
            <a:picLocks noChangeAspect="1"/>
          </p:cNvPicPr>
          <p:nvPr>
            <p:ph type="pic" idx="16393"/>
            <p:custDataLst>
              <p:tags r:id="rId8"/>
            </p:custDataLst>
          </p:nvPr>
        </p:nvPicPr>
        <p:blipFill>
          <a:blip r:embed="rId9"/>
          <a:srcRect t="4762" b="4762"/>
          <a:stretch>
            <a:fillRect/>
          </a:stretch>
        </p:blipFill>
        <p:spPr>
          <a:xfrm>
            <a:off x="6248400" y="1524000"/>
            <a:ext cx="5334000" cy="2641600"/>
          </a:xfrm>
          <a:custGeom>
            <a:avLst/>
            <a:gdLst>
              <a:gd name="connisteX0" fmla="*/ 0 w 5334000"/>
              <a:gd name="connsiteY0" fmla="*/ 203200 h 2641600"/>
              <a:gd name="connisteX1" fmla="*/ 203200 w 5334000"/>
              <a:gd name="connsiteY1" fmla="*/ 0 h 2641600"/>
              <a:gd name="connisteX2" fmla="*/ 5130800 w 5334000"/>
              <a:gd name="connsiteY2" fmla="*/ 0 h 2641600"/>
              <a:gd name="connisteX3" fmla="*/ 5334000 w 5334000"/>
              <a:gd name="connsiteY3" fmla="*/ 203200 h 2641600"/>
              <a:gd name="connisteX4" fmla="*/ 5334000 w 5334000"/>
              <a:gd name="connsiteY4" fmla="*/ 2641600 h 2641600"/>
              <a:gd name="connisteX5" fmla="*/ 0 w 5334000"/>
              <a:gd name="connsiteY5" fmla="*/ 2641600 h 2641600"/>
              <a:gd name="connisteX6" fmla="*/ 0 w 53340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3340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9" name="文本占位符 8"/>
          <p:cNvSpPr>
            <a:spLocks noGrp="1"/>
          </p:cNvSpPr>
          <p:nvPr>
            <p:ph type="body" idx="16388"/>
            <p:custDataLst>
              <p:tags r:id="rId10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系统核心设计目标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文本占位符 9"/>
          <p:cNvSpPr>
            <a:spLocks noGrp="1"/>
          </p:cNvSpPr>
          <p:nvPr>
            <p:ph type="body" idx="16389"/>
            <p:custDataLst>
              <p:tags r:id="rId11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构建完整B/S架构可演示系统，解决传统调参效率低、排放控制滞后等实际痛点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1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ctrTitle" idx="13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系统总体方案设计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4"/>
            <p:custDataLst>
              <p:tags r:id="rId2"/>
            </p:custDataLst>
          </p:nvPr>
        </p:nvSpPr>
        <p:spPr/>
        <p:txBody>
          <a:bodyPr/>
          <a:p>
            <a:r>
              <a:rPr lang="en-US" altLang="en-US">
                <a:latin typeface="MiSans Normal" panose="00000500000000000000" charset="-122"/>
                <a:ea typeface="MiSans Normal" panose="00000500000000000000" charset="-122"/>
              </a:rPr>
              <a:t>02</a:t>
            </a:r>
            <a:endParaRPr lang="en-US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系统架构与技术栈选型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pic>
        <p:nvPicPr>
          <p:cNvPr id="13" name="内容占位符 12" descr="4285940c-a69f-11f1-b5c0-de648f45b19d"/>
          <p:cNvPicPr>
            <a:picLocks noChangeAspect="1"/>
          </p:cNvPicPr>
          <p:nvPr>
            <p:ph idx="16390"/>
            <p:custDataLst>
              <p:tags r:id="rId2"/>
            </p:custDataLst>
          </p:nvPr>
        </p:nvPicPr>
        <p:blipFill>
          <a:blip r:embed="rId3"/>
          <a:srcRect t="4565" b="2256"/>
          <a:stretch>
            <a:fillRect/>
          </a:stretch>
        </p:blipFill>
        <p:spPr>
          <a:xfrm>
            <a:off x="7543800" y="609600"/>
            <a:ext cx="4038600" cy="5638800"/>
          </a:xfrm>
          <a:custGeom>
            <a:avLst/>
            <a:gdLst>
              <a:gd name="connisteX0" fmla="*/ 0 w 4038600"/>
              <a:gd name="connsiteY0" fmla="*/ 203200 h 5638800"/>
              <a:gd name="connisteX1" fmla="*/ 203200 w 4038600"/>
              <a:gd name="connsiteY1" fmla="*/ 0 h 5638800"/>
              <a:gd name="connisteX2" fmla="*/ 3835400 w 4038600"/>
              <a:gd name="connsiteY2" fmla="*/ 0 h 5638800"/>
              <a:gd name="connisteX3" fmla="*/ 4038600 w 4038600"/>
              <a:gd name="connsiteY3" fmla="*/ 203200 h 5638800"/>
              <a:gd name="connisteX4" fmla="*/ 4038600 w 4038600"/>
              <a:gd name="connsiteY4" fmla="*/ 5435600 h 5638800"/>
              <a:gd name="connisteX5" fmla="*/ 3835400 w 4038600"/>
              <a:gd name="connsiteY5" fmla="*/ 5638800 h 5638800"/>
              <a:gd name="connisteX6" fmla="*/ 203200 w 4038600"/>
              <a:gd name="connsiteY6" fmla="*/ 5638800 h 5638800"/>
              <a:gd name="connisteX7" fmla="*/ 0 w 4038600"/>
              <a:gd name="connsiteY7" fmla="*/ 5435600 h 5638800"/>
              <a:gd name="connisteX8" fmla="*/ 0 w 4038600"/>
              <a:gd name="connsiteY8" fmla="*/ 20320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4038600" h="5638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835400" y="0"/>
                </a:lnTo>
                <a:cubicBezTo>
                  <a:pt x="3947624" y="0"/>
                  <a:pt x="4038600" y="90976"/>
                  <a:pt x="4038600" y="203200"/>
                </a:cubicBezTo>
                <a:lnTo>
                  <a:pt x="4038600" y="5435600"/>
                </a:lnTo>
                <a:cubicBezTo>
                  <a:pt x="4038600" y="5547824"/>
                  <a:pt x="3947624" y="5638800"/>
                  <a:pt x="3835400" y="5638800"/>
                </a:cubicBezTo>
                <a:lnTo>
                  <a:pt x="203200" y="5638800"/>
                </a:lnTo>
                <a:cubicBezTo>
                  <a:pt x="90976" y="5638800"/>
                  <a:pt x="0" y="5547824"/>
                  <a:pt x="0" y="5435600"/>
                </a:cubicBez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4" name="装饰  2"/>
          <p:cNvSpPr>
            <a:spLocks noGrp="1"/>
          </p:cNvSpPr>
          <p:nvPr>
            <p:ph type="body" idx="16391"/>
            <p:custDataLst>
              <p:tags r:id="rId4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5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B/S四层解耦架构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6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自上而下分为前端展示层、后端服务层、算法模块层、数据持久层，各层职责清晰易扩展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7" name="装饰  5"/>
          <p:cNvSpPr>
            <a:spLocks noGrp="1"/>
          </p:cNvSpPr>
          <p:nvPr>
            <p:ph type="body" idx="16392"/>
            <p:custDataLst>
              <p:tags r:id="rId7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8" name="文本占位符 7"/>
          <p:cNvSpPr>
            <a:spLocks noGrp="1"/>
          </p:cNvSpPr>
          <p:nvPr>
            <p:ph type="body" idx="16388"/>
            <p:custDataLst>
              <p:tags r:id="rId8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核心技术栈选型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6389"/>
            <p:custDataLst>
              <p:tags r:id="rId9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前端采用Vue3+Element Plus+ECharts，后端基于Flask，支持MySQL/SQLite双数据库自动适配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10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功能模块与数据库设计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pic>
        <p:nvPicPr>
          <p:cNvPr id="15" name="图片占位符 14" descr="42b29e94-a69f-11f1-bcfb-560b24a0d5fa"/>
          <p:cNvPicPr>
            <a:picLocks noChangeAspect="1"/>
          </p:cNvPicPr>
          <p:nvPr>
            <p:ph type="pic" idx="16390"/>
            <p:custDataLst>
              <p:tags r:id="rId2"/>
            </p:custDataLst>
          </p:nvPr>
        </p:nvPicPr>
        <p:blipFill>
          <a:blip r:embed="rId3"/>
          <a:srcRect l="16759" r="16759"/>
          <a:stretch>
            <a:fillRect/>
          </a:stretch>
        </p:blipFill>
        <p:spPr>
          <a:xfrm>
            <a:off x="609600" y="20574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</p:spPr>
      </p:pic>
      <p:sp>
        <p:nvSpPr>
          <p:cNvPr id="4" name="文本占位符 3"/>
          <p:cNvSpPr>
            <a:spLocks noGrp="1"/>
          </p:cNvSpPr>
          <p:nvPr>
            <p:ph type="body" idx="16386"/>
            <p:custDataLst>
              <p:tags r:id="rId4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四大业务功能模块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idx="16387"/>
            <p:custDataLst>
              <p:tags r:id="rId5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前端打造运行总览、排放预测、参数优化、异常监测四个页面，覆盖完整业务闭环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pic>
        <p:nvPicPr>
          <p:cNvPr id="16" name="图片占位符 15" descr="42b29a78-a69f-11f1-bcfb-560b24a0d5fa"/>
          <p:cNvPicPr>
            <a:picLocks noChangeAspect="1"/>
          </p:cNvPicPr>
          <p:nvPr>
            <p:ph type="pic" idx="16391"/>
            <p:custDataLst>
              <p:tags r:id="rId6"/>
            </p:custDataLst>
          </p:nvPr>
        </p:nvPicPr>
        <p:blipFill>
          <a:blip r:embed="rId7"/>
          <a:srcRect l="16292" r="16292"/>
          <a:stretch>
            <a:fillRect/>
          </a:stretch>
        </p:blipFill>
        <p:spPr>
          <a:xfrm>
            <a:off x="609600" y="41910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</p:spPr>
      </p:pic>
      <p:sp>
        <p:nvSpPr>
          <p:cNvPr id="7" name="文本占位符 6"/>
          <p:cNvSpPr>
            <a:spLocks noGrp="1"/>
          </p:cNvSpPr>
          <p:nvPr>
            <p:ph type="body" idx="16388"/>
            <p:custDataLst>
              <p:tags r:id="rId8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核心数据表设计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8" name="文本占位符 7"/>
          <p:cNvSpPr>
            <a:spLocks noGrp="1"/>
          </p:cNvSpPr>
          <p:nvPr>
            <p:ph type="body" idx="16389"/>
            <p:custDataLst>
              <p:tags r:id="rId9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设计设备基础信息、运行优化记录、异常监测日志三张核心表，满足全流程数据存档追溯需求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10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ctrTitle" idx="13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数据资源与算法实现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4"/>
            <p:custDataLst>
              <p:tags r:id="rId2"/>
            </p:custDataLst>
          </p:nvPr>
        </p:nvSpPr>
        <p:spPr/>
        <p:txBody>
          <a:bodyPr/>
          <a:p>
            <a:r>
              <a:rPr lang="en-US" altLang="en-US">
                <a:latin typeface="MiSans Normal" panose="00000500000000000000" charset="-122"/>
                <a:ea typeface="MiSans Normal" panose="00000500000000000000" charset="-122"/>
              </a:rPr>
              <a:t>03</a:t>
            </a:r>
            <a:endParaRPr lang="en-US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数据集构建与预处理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3" name="装饰  1"/>
          <p:cNvSpPr>
            <a:spLocks noGrp="1"/>
          </p:cNvSpPr>
          <p:nvPr>
            <p:ph type="body" idx="16392"/>
            <p:custDataLst>
              <p:tags r:id="rId2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pic>
        <p:nvPicPr>
          <p:cNvPr id="24" name="图片占位符 23" descr="42ae81cf-a69f-11f1-90de-aaa914ae537b"/>
          <p:cNvPicPr>
            <a:picLocks noChangeAspect="1"/>
          </p:cNvPicPr>
          <p:nvPr>
            <p:ph type="pic" idx="16393"/>
            <p:custDataLst>
              <p:tags r:id="rId3"/>
            </p:custDataLst>
          </p:nvPr>
        </p:nvPicPr>
        <p:blipFill>
          <a:blip r:embed="rId4"/>
          <a:srcRect t="5882" b="5882"/>
          <a:stretch>
            <a:fillRect/>
          </a:stretch>
        </p:blipFill>
        <p:spPr>
          <a:xfrm>
            <a:off x="6096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5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公开数据集来源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6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采用UCI公开燃气轮机排放数据集，共36733条小时级样本，含9项运行特征与排放目标变量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7" name="装饰  5"/>
          <p:cNvSpPr>
            <a:spLocks noGrp="1"/>
          </p:cNvSpPr>
          <p:nvPr>
            <p:ph type="body" idx="16394"/>
            <p:custDataLst>
              <p:tags r:id="rId7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pic>
        <p:nvPicPr>
          <p:cNvPr id="25" name="图片占位符 24" descr="42ae813c-a69f-11f1-90de-aaa914ae537b"/>
          <p:cNvPicPr>
            <a:picLocks noChangeAspect="1"/>
          </p:cNvPicPr>
          <p:nvPr>
            <p:ph type="pic" idx="16395"/>
            <p:custDataLst>
              <p:tags r:id="rId8"/>
            </p:custDataLst>
          </p:nvPr>
        </p:nvPicPr>
        <p:blipFill>
          <a:blip r:embed="rId9"/>
          <a:srcRect l="5203" r="5203"/>
          <a:stretch>
            <a:fillRect/>
          </a:stretch>
        </p:blipFill>
        <p:spPr>
          <a:xfrm>
            <a:off x="4368800" y="4216400"/>
            <a:ext cx="3454400" cy="2032000"/>
          </a:xfrm>
          <a:custGeom>
            <a:avLst/>
            <a:gdLst>
              <a:gd name="connisteX0" fmla="*/ 0 w 3454400"/>
              <a:gd name="connsiteY0" fmla="*/ 0 h 2032000"/>
              <a:gd name="connisteX1" fmla="*/ 3454400 w 3454400"/>
              <a:gd name="connsiteY1" fmla="*/ 0 h 2032000"/>
              <a:gd name="connisteX2" fmla="*/ 3454400 w 3454400"/>
              <a:gd name="connsiteY2" fmla="*/ 1828800 h 2032000"/>
              <a:gd name="connisteX3" fmla="*/ 3251200 w 3454400"/>
              <a:gd name="connsiteY3" fmla="*/ 2032000 h 2032000"/>
              <a:gd name="connisteX4" fmla="*/ 203200 w 3454400"/>
              <a:gd name="connsiteY4" fmla="*/ 2032000 h 2032000"/>
              <a:gd name="connisteX5" fmla="*/ 0 w 3454400"/>
              <a:gd name="connsiteY5" fmla="*/ 1828800 h 2032000"/>
              <a:gd name="connisteX6" fmla="*/ 0 w 3454400"/>
              <a:gd name="connsiteY6" fmla="*/ 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0"/>
                </a:moveTo>
                <a:lnTo>
                  <a:pt x="3454400" y="0"/>
                </a:lnTo>
                <a:lnTo>
                  <a:pt x="3454400" y="1828800"/>
                </a:lnTo>
                <a:cubicBezTo>
                  <a:pt x="3454400" y="1941024"/>
                  <a:pt x="3363424" y="2032000"/>
                  <a:pt x="3251200" y="2032000"/>
                </a:cubicBezTo>
                <a:lnTo>
                  <a:pt x="203200" y="2032000"/>
                </a:lnTo>
                <a:cubicBezTo>
                  <a:pt x="90976" y="2032000"/>
                  <a:pt x="0" y="1941024"/>
                  <a:pt x="0" y="1828800"/>
                </a:cubicBez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9" name="文本占位符 8"/>
          <p:cNvSpPr>
            <a:spLocks noGrp="1"/>
          </p:cNvSpPr>
          <p:nvPr>
            <p:ph type="body" idx="16388"/>
            <p:custDataLst>
              <p:tags r:id="rId10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数据预处理流程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文本占位符 9"/>
          <p:cNvSpPr>
            <a:spLocks noGrp="1"/>
          </p:cNvSpPr>
          <p:nvPr>
            <p:ph type="body" idx="16389"/>
            <p:custDataLst>
              <p:tags r:id="rId11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按年份划分数据集避免信息泄漏，经去重、标准化处理后用于模型训练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1" name="装饰  9"/>
          <p:cNvSpPr>
            <a:spLocks noGrp="1"/>
          </p:cNvSpPr>
          <p:nvPr>
            <p:ph type="body" idx="16396"/>
            <p:custDataLst>
              <p:tags r:id="rId12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pic>
        <p:nvPicPr>
          <p:cNvPr id="26" name="图片占位符 25" descr="42ae8208-a69f-11f1-90de-aaa914ae537b"/>
          <p:cNvPicPr>
            <a:picLocks noChangeAspect="1"/>
          </p:cNvPicPr>
          <p:nvPr>
            <p:ph type="pic" idx="16397"/>
            <p:custDataLst>
              <p:tags r:id="rId13"/>
            </p:custDataLst>
          </p:nvPr>
        </p:nvPicPr>
        <p:blipFill>
          <a:blip r:embed="rId14"/>
          <a:srcRect l="2216" r="2216"/>
          <a:stretch>
            <a:fillRect/>
          </a:stretch>
        </p:blipFill>
        <p:spPr>
          <a:xfrm>
            <a:off x="81280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13" name="文本占位符 12"/>
          <p:cNvSpPr>
            <a:spLocks noGrp="1"/>
          </p:cNvSpPr>
          <p:nvPr>
            <p:ph type="body" idx="16390"/>
            <p:custDataLst>
              <p:tags r:id="rId15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数据漂移问题发现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idx="16391"/>
            <p:custDataLst>
              <p:tags r:id="rId16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发现NOx排放存在跨年漂移现象，客观评估模型外推能力并完整披露处理过程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17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核心算法模块实现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3" name="装饰  1"/>
          <p:cNvSpPr>
            <a:spLocks noGrp="1"/>
          </p:cNvSpPr>
          <p:nvPr>
            <p:ph type="body" idx="16392"/>
            <p:custDataLst>
              <p:tags r:id="rId2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pic>
        <p:nvPicPr>
          <p:cNvPr id="24" name="图片占位符 23" descr="4295bd0c-a69f-11f1-9ab1-ae621ef96fa4"/>
          <p:cNvPicPr>
            <a:picLocks noChangeAspect="1"/>
          </p:cNvPicPr>
          <p:nvPr>
            <p:ph type="pic" idx="16393"/>
            <p:custDataLst>
              <p:tags r:id="rId3"/>
            </p:custDataLst>
          </p:nvPr>
        </p:nvPicPr>
        <p:blipFill>
          <a:blip r:embed="rId4"/>
          <a:srcRect r="25492" b="23438"/>
          <a:stretch>
            <a:fillRect/>
          </a:stretch>
        </p:blipFill>
        <p:spPr>
          <a:xfrm>
            <a:off x="6096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5"/>
            </p:custDataLst>
          </p:nvPr>
        </p:nvSpPr>
        <p:spPr/>
        <p:txBody>
          <a:bodyPr>
            <a:normAutofit fontScale="80000"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XGBoost两阶段排放预测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6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两阶段预测链由8项运行参数预测能量产出、CO与NOx排放，部署模型R²分别达0.9986、0.7942、0.8634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7" name="装饰  5"/>
          <p:cNvSpPr>
            <a:spLocks noGrp="1"/>
          </p:cNvSpPr>
          <p:nvPr>
            <p:ph type="body" idx="16394"/>
            <p:custDataLst>
              <p:tags r:id="rId7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pic>
        <p:nvPicPr>
          <p:cNvPr id="25" name="图片占位符 24" descr="4295be8c-a69f-11f1-9ab1-ae621ef96fa4"/>
          <p:cNvPicPr>
            <a:picLocks noChangeAspect="1"/>
          </p:cNvPicPr>
          <p:nvPr>
            <p:ph type="pic" idx="16395"/>
            <p:custDataLst>
              <p:tags r:id="rId8"/>
            </p:custDataLst>
          </p:nvPr>
        </p:nvPicPr>
        <p:blipFill>
          <a:blip r:embed="rId9"/>
          <a:srcRect t="5882" b="5882"/>
          <a:stretch>
            <a:fillRect/>
          </a:stretch>
        </p:blipFill>
        <p:spPr>
          <a:xfrm>
            <a:off x="43688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9" name="文本占位符 8"/>
          <p:cNvSpPr>
            <a:spLocks noGrp="1"/>
          </p:cNvSpPr>
          <p:nvPr>
            <p:ph type="body" idx="16388"/>
            <p:custDataLst>
              <p:tags r:id="rId10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 sz="1900">
                <a:latin typeface="MiSans Normal" panose="00000500000000000000" charset="-122"/>
                <a:ea typeface="MiSans Normal" panose="00000500000000000000" charset="-122"/>
              </a:rPr>
              <a:t>PSO参数智能寻优</a:t>
            </a:r>
            <a:endParaRPr lang="zh-CN" altLang="en-US" sz="190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文本占位符 9"/>
          <p:cNvSpPr>
            <a:spLocks noGrp="1"/>
          </p:cNvSpPr>
          <p:nvPr>
            <p:ph type="body" idx="16389"/>
            <p:custDataLst>
              <p:tags r:id="rId11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自实现PSO算法在排放达标约束下最大化能量产出，典型工况下能量产出可提升约30%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1" name="装饰  9"/>
          <p:cNvSpPr>
            <a:spLocks noGrp="1"/>
          </p:cNvSpPr>
          <p:nvPr>
            <p:ph type="body" idx="16396"/>
            <p:custDataLst>
              <p:tags r:id="rId12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pic>
        <p:nvPicPr>
          <p:cNvPr id="26" name="图片占位符 25" descr="4295bdd1-a69f-11f1-9ab1-ae621ef96fa4"/>
          <p:cNvPicPr>
            <a:picLocks noChangeAspect="1"/>
          </p:cNvPicPr>
          <p:nvPr>
            <p:ph type="pic" idx="16397"/>
            <p:custDataLst>
              <p:tags r:id="rId13"/>
            </p:custDataLst>
          </p:nvPr>
        </p:nvPicPr>
        <p:blipFill>
          <a:blip r:embed="rId14"/>
          <a:srcRect l="4965" r="3910" b="4687"/>
          <a:stretch>
            <a:fillRect/>
          </a:stretch>
        </p:blipFill>
        <p:spPr>
          <a:xfrm>
            <a:off x="8128000" y="1524000"/>
            <a:ext cx="3454400" cy="2032000"/>
          </a:xfrm>
          <a:custGeom>
            <a:avLst/>
            <a:gdLst>
              <a:gd name="connisteX0" fmla="*/ 0 w 3454400"/>
              <a:gd name="connsiteY0" fmla="*/ 203200 h 2032000"/>
              <a:gd name="connisteX1" fmla="*/ 203200 w 3454400"/>
              <a:gd name="connsiteY1" fmla="*/ 0 h 2032000"/>
              <a:gd name="connisteX2" fmla="*/ 3251200 w 3454400"/>
              <a:gd name="connsiteY2" fmla="*/ 0 h 2032000"/>
              <a:gd name="connisteX3" fmla="*/ 3454400 w 3454400"/>
              <a:gd name="connsiteY3" fmla="*/ 203200 h 2032000"/>
              <a:gd name="connisteX4" fmla="*/ 3454400 w 3454400"/>
              <a:gd name="connsiteY4" fmla="*/ 2032000 h 2032000"/>
              <a:gd name="connisteX5" fmla="*/ 0 w 3454400"/>
              <a:gd name="connsiteY5" fmla="*/ 2032000 h 2032000"/>
              <a:gd name="connisteX6" fmla="*/ 0 w 3454400"/>
              <a:gd name="connsiteY6" fmla="*/ 203200 h 2032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320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032000"/>
                </a:lnTo>
                <a:lnTo>
                  <a:pt x="0" y="2032000"/>
                </a:ln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13" name="文本占位符 12"/>
          <p:cNvSpPr>
            <a:spLocks noGrp="1"/>
          </p:cNvSpPr>
          <p:nvPr>
            <p:ph type="body" idx="16390"/>
            <p:custDataLst>
              <p:tags r:id="rId15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 sz="1900">
                <a:latin typeface="MiSans Normal" panose="00000500000000000000" charset="-122"/>
                <a:ea typeface="MiSans Normal" panose="00000500000000000000" charset="-122"/>
              </a:rPr>
              <a:t>孤立森林异常检测</a:t>
            </a:r>
            <a:endParaRPr lang="zh-CN" altLang="en-US" sz="1900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idx="16391"/>
            <p:custDataLst>
              <p:tags r:id="rId16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孤立森林构建正常工况基准，实现四级异常分级预警，支持异常特征快速定位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17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前后端功能落地实现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pic>
        <p:nvPicPr>
          <p:cNvPr id="12" name="内容占位符 11" descr="42773396-a69f-11f1-a9da-8eb073ff0909"/>
          <p:cNvPicPr>
            <a:picLocks noChangeAspect="1"/>
          </p:cNvPicPr>
          <p:nvPr>
            <p:ph idx="16390"/>
            <p:custDataLst>
              <p:tags r:id="rId2"/>
            </p:custDataLst>
          </p:nvPr>
        </p:nvPicPr>
        <p:blipFill>
          <a:blip r:embed="rId3"/>
          <a:srcRect l="11692" r="11780"/>
          <a:stretch>
            <a:fillRect/>
          </a:stretch>
        </p:blipFill>
        <p:spPr>
          <a:xfrm>
            <a:off x="609600" y="1524000"/>
            <a:ext cx="5486400" cy="4724400"/>
          </a:xfrm>
          <a:custGeom>
            <a:avLst/>
            <a:gdLst>
              <a:gd name="connisteX0" fmla="*/ 0 w 5486400"/>
              <a:gd name="connsiteY0" fmla="*/ 203200 h 4724400"/>
              <a:gd name="connisteX1" fmla="*/ 203200 w 5486400"/>
              <a:gd name="connsiteY1" fmla="*/ 0 h 4724400"/>
              <a:gd name="connisteX2" fmla="*/ 5486400 w 5486400"/>
              <a:gd name="connsiteY2" fmla="*/ 0 h 4724400"/>
              <a:gd name="connisteX3" fmla="*/ 5486400 w 5486400"/>
              <a:gd name="connsiteY3" fmla="*/ 4724400 h 4724400"/>
              <a:gd name="connisteX4" fmla="*/ 203200 w 5486400"/>
              <a:gd name="connsiteY4" fmla="*/ 4724400 h 4724400"/>
              <a:gd name="connisteX5" fmla="*/ 0 w 5486400"/>
              <a:gd name="connsiteY5" fmla="*/ 4521200 h 4724400"/>
              <a:gd name="connisteX6" fmla="*/ 0 w 5486400"/>
              <a:gd name="connsiteY6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486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486400" y="0"/>
                </a:lnTo>
                <a:lnTo>
                  <a:pt x="5486400" y="4724400"/>
                </a:ln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4" name="装饰  2"/>
          <p:cNvSpPr>
            <a:spLocks noGrp="1"/>
          </p:cNvSpPr>
          <p:nvPr>
            <p:ph type="body" idx="16391"/>
            <p:custDataLst>
              <p:tags r:id="rId4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5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后端RESTful接口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6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后端提供9个标准化RESTful接口，覆盖健康检查、智能计算、记录查询等全量业务需求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6388"/>
            <p:custDataLst>
              <p:tags r:id="rId7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前端可视化交互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8" name="文本占位符 7"/>
          <p:cNvSpPr>
            <a:spLocks noGrp="1"/>
          </p:cNvSpPr>
          <p:nvPr>
            <p:ph type="body" idx="16389"/>
            <p:custDataLst>
              <p:tags r:id="rId8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前端实现多类工业图表可视化，支持参数快捷填充、结果直观展示、历史记录查询等交互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9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ctrTitle" idx="13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测试验证与开发说明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4"/>
            <p:custDataLst>
              <p:tags r:id="rId2"/>
            </p:custDataLst>
          </p:nvPr>
        </p:nvSpPr>
        <p:spPr/>
        <p:txBody>
          <a:bodyPr/>
          <a:p>
            <a:r>
              <a:rPr lang="en-US" altLang="en-US">
                <a:latin typeface="MiSans Normal" panose="00000500000000000000" charset="-122"/>
                <a:ea typeface="MiSans Normal" panose="00000500000000000000" charset="-122"/>
              </a:rPr>
              <a:t>04</a:t>
            </a:r>
            <a:endParaRPr lang="en-US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系统测试与验证结果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pic>
        <p:nvPicPr>
          <p:cNvPr id="13" name="内容占位符 12" descr="428618f7-a69f-11f1-82b1-36470477ff9a"/>
          <p:cNvPicPr>
            <a:picLocks noChangeAspect="1"/>
          </p:cNvPicPr>
          <p:nvPr>
            <p:ph idx="16392"/>
            <p:custDataLst>
              <p:tags r:id="rId2"/>
            </p:custDataLst>
          </p:nvPr>
        </p:nvPicPr>
        <p:blipFill>
          <a:blip r:embed="rId3"/>
          <a:srcRect l="5873" r="5873"/>
          <a:stretch>
            <a:fillRect/>
          </a:stretch>
        </p:blipFill>
        <p:spPr>
          <a:xfrm>
            <a:off x="609600" y="1524000"/>
            <a:ext cx="5486400" cy="4724400"/>
          </a:xfrm>
          <a:custGeom>
            <a:avLst/>
            <a:gdLst>
              <a:gd name="connisteX0" fmla="*/ 0 w 5486400"/>
              <a:gd name="connsiteY0" fmla="*/ 203200 h 4724400"/>
              <a:gd name="connisteX1" fmla="*/ 203200 w 5486400"/>
              <a:gd name="connsiteY1" fmla="*/ 0 h 4724400"/>
              <a:gd name="connisteX2" fmla="*/ 5283200 w 5486400"/>
              <a:gd name="connsiteY2" fmla="*/ 0 h 4724400"/>
              <a:gd name="connisteX3" fmla="*/ 5486400 w 5486400"/>
              <a:gd name="connsiteY3" fmla="*/ 203200 h 4724400"/>
              <a:gd name="connisteX4" fmla="*/ 5486400 w 5486400"/>
              <a:gd name="connsiteY4" fmla="*/ 4521200 h 4724400"/>
              <a:gd name="connisteX5" fmla="*/ 5283200 w 5486400"/>
              <a:gd name="connsiteY5" fmla="*/ 4724400 h 4724400"/>
              <a:gd name="connisteX6" fmla="*/ 203200 w 5486400"/>
              <a:gd name="connsiteY6" fmla="*/ 4724400 h 4724400"/>
              <a:gd name="connisteX7" fmla="*/ 0 w 5486400"/>
              <a:gd name="connsiteY7" fmla="*/ 4521200 h 4724400"/>
              <a:gd name="connisteX8" fmla="*/ 0 w 5486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486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4521200"/>
                </a:lnTo>
                <a:cubicBezTo>
                  <a:pt x="5486400" y="4633424"/>
                  <a:pt x="5395424" y="4724400"/>
                  <a:pt x="5283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4" name="文本占位符 3"/>
          <p:cNvSpPr>
            <a:spLocks noGrp="1"/>
          </p:cNvSpPr>
          <p:nvPr>
            <p:ph type="body" idx="16386"/>
            <p:custDataLst>
              <p:tags r:id="rId4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自动化测试覆盖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idx="16387"/>
            <p:custDataLst>
              <p:tags r:id="rId5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11项pytest自动化测试全部通过，覆盖正常路径、异常输入与数据存档等场景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6388"/>
            <p:custDataLst>
              <p:tags r:id="rId6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前后端联调验证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6389"/>
            <p:custDataLst>
              <p:tags r:id="rId7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前后端跨域连通正常，接口请求、参数校验与数据流转均符合设计要求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8" name="文本占位符 7"/>
          <p:cNvSpPr>
            <a:spLocks noGrp="1"/>
          </p:cNvSpPr>
          <p:nvPr>
            <p:ph type="body" idx="16390"/>
            <p:custDataLst>
              <p:tags r:id="rId8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业务闭环实测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6391"/>
            <p:custDataLst>
              <p:tags r:id="rId9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全业务流程走通，预测、优化、预警功能输出结果符合预期，无运行时错误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10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AI协作开发模式披露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3" name="装饰  1"/>
          <p:cNvSpPr>
            <a:spLocks noGrp="1"/>
          </p:cNvSpPr>
          <p:nvPr>
            <p:ph type="body" idx="16392"/>
            <p:custDataLst>
              <p:tags r:id="rId2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pic>
        <p:nvPicPr>
          <p:cNvPr id="24" name="图片占位符 23" descr="42bf5caa-a69f-11f1-bf6a-cec9f8902487"/>
          <p:cNvPicPr>
            <a:picLocks noChangeAspect="1"/>
          </p:cNvPicPr>
          <p:nvPr>
            <p:ph type="pic" idx="16393"/>
            <p:custDataLst>
              <p:tags r:id="rId3"/>
            </p:custDataLst>
          </p:nvPr>
        </p:nvPicPr>
        <p:blipFill>
          <a:blip r:embed="rId4"/>
          <a:srcRect l="16292" r="16292"/>
          <a:stretch>
            <a:fillRect/>
          </a:stretch>
        </p:blipFill>
        <p:spPr>
          <a:xfrm>
            <a:off x="1574800" y="22098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</p:spPr>
      </p:pic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5"/>
            </p:custDataLst>
          </p:nvPr>
        </p:nvSpPr>
        <p:spPr/>
        <p:txBody>
          <a:bodyPr>
            <a:normAutofit/>
          </a:bodyPr>
          <a:p>
            <a:pPr algn="ctr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人机协同开发模式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6"/>
            </p:custDataLst>
          </p:nvPr>
        </p:nvSpPr>
        <p:spPr/>
        <p:txBody>
          <a:bodyPr>
            <a:normAutofit/>
          </a:bodyPr>
          <a:p>
            <a:pPr algn="ctr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采用AI为协作工具、人工主导决策的vibe coding模式，全部代码经人工审查掌握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7" name="装饰  5"/>
          <p:cNvSpPr>
            <a:spLocks noGrp="1"/>
          </p:cNvSpPr>
          <p:nvPr>
            <p:ph type="body" idx="16394"/>
            <p:custDataLst>
              <p:tags r:id="rId7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pic>
        <p:nvPicPr>
          <p:cNvPr id="25" name="图片占位符 24" descr="42bf5da4-a69f-11f1-bf6a-cec9f8902487"/>
          <p:cNvPicPr>
            <a:picLocks noChangeAspect="1"/>
          </p:cNvPicPr>
          <p:nvPr>
            <p:ph type="pic" idx="16395"/>
            <p:custDataLst>
              <p:tags r:id="rId8"/>
            </p:custDataLst>
          </p:nvPr>
        </p:nvPicPr>
        <p:blipFill>
          <a:blip r:embed="rId9"/>
          <a:srcRect l="14912" r="14912"/>
          <a:stretch>
            <a:fillRect/>
          </a:stretch>
        </p:blipFill>
        <p:spPr>
          <a:xfrm>
            <a:off x="5334000" y="22098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</p:spPr>
      </p:pic>
      <p:sp>
        <p:nvSpPr>
          <p:cNvPr id="9" name="文本占位符 8"/>
          <p:cNvSpPr>
            <a:spLocks noGrp="1"/>
          </p:cNvSpPr>
          <p:nvPr>
            <p:ph type="body" idx="16388"/>
            <p:custDataLst>
              <p:tags r:id="rId10"/>
            </p:custDataLst>
          </p:nvPr>
        </p:nvSpPr>
        <p:spPr/>
        <p:txBody>
          <a:bodyPr>
            <a:normAutofit/>
          </a:bodyPr>
          <a:p>
            <a:pPr algn="ctr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可复用提示词策略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文本占位符 9"/>
          <p:cNvSpPr>
            <a:spLocks noGrp="1"/>
          </p:cNvSpPr>
          <p:nvPr>
            <p:ph type="body" idx="16389"/>
            <p:custDataLst>
              <p:tags r:id="rId11"/>
            </p:custDataLst>
          </p:nvPr>
        </p:nvSpPr>
        <p:spPr/>
        <p:txBody>
          <a:bodyPr>
            <a:normAutofit/>
          </a:bodyPr>
          <a:p>
            <a:pPr algn="ctr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形成任务拆解、上下文同步、规格驱动、错误调试四类可复用的AI提示词策略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1" name="装饰  9"/>
          <p:cNvSpPr>
            <a:spLocks noGrp="1"/>
          </p:cNvSpPr>
          <p:nvPr>
            <p:ph type="body" idx="16396"/>
            <p:custDataLst>
              <p:tags r:id="rId12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pic>
        <p:nvPicPr>
          <p:cNvPr id="26" name="图片占位符 25" descr="42bf5cad-a69f-11f1-bf6a-cec9f8902487"/>
          <p:cNvPicPr>
            <a:picLocks noChangeAspect="1"/>
          </p:cNvPicPr>
          <p:nvPr>
            <p:ph type="pic" idx="16397"/>
            <p:custDataLst>
              <p:tags r:id="rId13"/>
            </p:custDataLst>
          </p:nvPr>
        </p:nvPicPr>
        <p:blipFill>
          <a:blip r:embed="rId14"/>
          <a:srcRect l="16667" r="16667"/>
          <a:stretch>
            <a:fillRect/>
          </a:stretch>
        </p:blipFill>
        <p:spPr>
          <a:xfrm>
            <a:off x="9093200" y="2209800"/>
            <a:ext cx="1524000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</p:spPr>
      </p:pic>
      <p:sp>
        <p:nvSpPr>
          <p:cNvPr id="13" name="文本占位符 12"/>
          <p:cNvSpPr>
            <a:spLocks noGrp="1"/>
          </p:cNvSpPr>
          <p:nvPr>
            <p:ph type="body" idx="16390"/>
            <p:custDataLst>
              <p:tags r:id="rId15"/>
            </p:custDataLst>
          </p:nvPr>
        </p:nvSpPr>
        <p:spPr/>
        <p:txBody>
          <a:bodyPr>
            <a:normAutofit/>
          </a:bodyPr>
          <a:p>
            <a:pPr algn="ctr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AI缺陷人工纠正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idx="16391"/>
            <p:custDataLst>
              <p:tags r:id="rId16"/>
            </p:custDataLst>
          </p:nvPr>
        </p:nvSpPr>
        <p:spPr/>
        <p:txBody>
          <a:bodyPr>
            <a:normAutofit/>
          </a:bodyPr>
          <a:p>
            <a:pPr algn="ctr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针对数据漂移、数据库适配等AI生成方案缺陷，人工优化调整保证系统可用性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17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ctrTitle" idx="13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总结与展望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4"/>
            <p:custDataLst>
              <p:tags r:id="rId2"/>
            </p:custDataLst>
          </p:nvPr>
        </p:nvSpPr>
        <p:spPr/>
        <p:txBody>
          <a:bodyPr/>
          <a:p>
            <a:r>
              <a:rPr lang="en-US" altLang="en-US">
                <a:latin typeface="MiSans Normal" panose="00000500000000000000" charset="-122"/>
                <a:ea typeface="MiSans Normal" panose="00000500000000000000" charset="-122"/>
              </a:rPr>
              <a:t>05</a:t>
            </a:r>
            <a:endParaRPr lang="en-US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项目成果总结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pic>
        <p:nvPicPr>
          <p:cNvPr id="12" name="内容占位符 11" descr="429e5307-a69f-11f1-90de-aaa914ae537b"/>
          <p:cNvPicPr>
            <a:picLocks noChangeAspect="1"/>
          </p:cNvPicPr>
          <p:nvPr>
            <p:ph idx="16390"/>
            <p:custDataLst>
              <p:tags r:id="rId2"/>
            </p:custDataLst>
          </p:nvPr>
        </p:nvPicPr>
        <p:blipFill>
          <a:blip r:embed="rId3"/>
          <a:srcRect l="11201" r="11380"/>
          <a:stretch>
            <a:fillRect/>
          </a:stretch>
        </p:blipFill>
        <p:spPr>
          <a:xfrm>
            <a:off x="6096000" y="1524000"/>
            <a:ext cx="5486400" cy="4724400"/>
          </a:xfrm>
          <a:custGeom>
            <a:avLst/>
            <a:gdLst>
              <a:gd name="connisteX0" fmla="*/ 0 w 5486400"/>
              <a:gd name="connsiteY0" fmla="*/ 0 h 4724400"/>
              <a:gd name="connisteX1" fmla="*/ 5283200 w 5486400"/>
              <a:gd name="connsiteY1" fmla="*/ 0 h 4724400"/>
              <a:gd name="connisteX2" fmla="*/ 5486400 w 5486400"/>
              <a:gd name="connsiteY2" fmla="*/ 203200 h 4724400"/>
              <a:gd name="connisteX3" fmla="*/ 5486400 w 5486400"/>
              <a:gd name="connsiteY3" fmla="*/ 4521200 h 4724400"/>
              <a:gd name="connisteX4" fmla="*/ 5283200 w 5486400"/>
              <a:gd name="connsiteY4" fmla="*/ 4724400 h 4724400"/>
              <a:gd name="connisteX5" fmla="*/ 0 w 5486400"/>
              <a:gd name="connsiteY5" fmla="*/ 4724400 h 4724400"/>
              <a:gd name="connisteX6" fmla="*/ 0 w 5486400"/>
              <a:gd name="connsiteY6" fmla="*/ 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5486400" h="4724400">
                <a:moveTo>
                  <a:pt x="0" y="0"/>
                </a:move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4521200"/>
                </a:lnTo>
                <a:cubicBezTo>
                  <a:pt x="5486400" y="4633424"/>
                  <a:pt x="5395424" y="4724400"/>
                  <a:pt x="5283200" y="4724400"/>
                </a:cubicBezTo>
                <a:lnTo>
                  <a:pt x="0" y="4724400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4" name="装饰  2"/>
          <p:cNvSpPr>
            <a:spLocks noGrp="1"/>
          </p:cNvSpPr>
          <p:nvPr>
            <p:ph type="body" idx="16391"/>
            <p:custDataLst>
              <p:tags r:id="rId4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5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核心工作成果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6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完成数据集构建、算法训练、前后端开发、测试全链路实践，形成可运行演示系统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6388"/>
            <p:custDataLst>
              <p:tags r:id="rId7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项目创新亮点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8" name="文本占位符 7"/>
          <p:cNvSpPr>
            <a:spLocks noGrp="1"/>
          </p:cNvSpPr>
          <p:nvPr>
            <p:ph type="body" idx="16389"/>
            <p:custDataLst>
              <p:tags r:id="rId8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如实披露数据漂移问题，设计双数据库适配方案，自实现PSO算法便于原理讲解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9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不足与未来展望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pic>
        <p:nvPicPr>
          <p:cNvPr id="15" name="内容占位符 14" descr="42933eff-a69f-11f1-9ab1-ae621ef96fa4"/>
          <p:cNvPicPr>
            <a:picLocks noChangeAspect="1"/>
          </p:cNvPicPr>
          <p:nvPr>
            <p:ph idx="16390"/>
            <p:custDataLst>
              <p:tags r:id="rId2"/>
            </p:custDataLst>
          </p:nvPr>
        </p:nvPicPr>
        <p:blipFill>
          <a:blip r:embed="rId3"/>
          <a:srcRect t="40682"/>
          <a:stretch>
            <a:fillRect/>
          </a:stretch>
        </p:blipFill>
        <p:spPr>
          <a:xfrm>
            <a:off x="609600" y="1524000"/>
            <a:ext cx="5588000" cy="2209800"/>
          </a:xfrm>
          <a:custGeom>
            <a:avLst/>
            <a:gdLst>
              <a:gd name="connisteX0" fmla="*/ 0 w 5588000"/>
              <a:gd name="connsiteY0" fmla="*/ 203200 h 2209800"/>
              <a:gd name="connisteX1" fmla="*/ 203200 w 5588000"/>
              <a:gd name="connsiteY1" fmla="*/ 0 h 2209800"/>
              <a:gd name="connisteX2" fmla="*/ 5384800 w 5588000"/>
              <a:gd name="connsiteY2" fmla="*/ 0 h 2209800"/>
              <a:gd name="connisteX3" fmla="*/ 5588000 w 5588000"/>
              <a:gd name="connsiteY3" fmla="*/ 203200 h 2209800"/>
              <a:gd name="connisteX4" fmla="*/ 5588000 w 5588000"/>
              <a:gd name="connsiteY4" fmla="*/ 2006600 h 2209800"/>
              <a:gd name="connisteX5" fmla="*/ 5384800 w 5588000"/>
              <a:gd name="connsiteY5" fmla="*/ 2209800 h 2209800"/>
              <a:gd name="connisteX6" fmla="*/ 203200 w 5588000"/>
              <a:gd name="connsiteY6" fmla="*/ 2209800 h 2209800"/>
              <a:gd name="connisteX7" fmla="*/ 0 w 5588000"/>
              <a:gd name="connsiteY7" fmla="*/ 2006600 h 2209800"/>
              <a:gd name="connisteX8" fmla="*/ 0 w 5588000"/>
              <a:gd name="connsiteY8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5880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384800" y="0"/>
                </a:lnTo>
                <a:cubicBezTo>
                  <a:pt x="5497024" y="0"/>
                  <a:pt x="5588000" y="90976"/>
                  <a:pt x="5588000" y="203200"/>
                </a:cubicBezTo>
                <a:lnTo>
                  <a:pt x="5588000" y="2006600"/>
                </a:lnTo>
                <a:cubicBezTo>
                  <a:pt x="5588000" y="2118824"/>
                  <a:pt x="5497024" y="2209800"/>
                  <a:pt x="5384800" y="2209800"/>
                </a:cubicBez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4" name="文本占位符 3"/>
          <p:cNvSpPr>
            <a:spLocks noGrp="1"/>
          </p:cNvSpPr>
          <p:nvPr>
            <p:ph type="body" idx="16386"/>
            <p:custDataLst>
              <p:tags r:id="rId4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现存不足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idx="16387"/>
            <p:custDataLst>
              <p:tags r:id="rId5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排放跨年外推精度受数据漂移影响较大，参数约束与预警阈值需结合真实机组校准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pic>
        <p:nvPicPr>
          <p:cNvPr id="16" name="内容占位符 15" descr="42933d66-a69f-11f1-9ab1-ae621ef96fa4"/>
          <p:cNvPicPr>
            <a:picLocks noChangeAspect="1"/>
          </p:cNvPicPr>
          <p:nvPr>
            <p:ph idx="16391"/>
            <p:custDataLst>
              <p:tags r:id="rId6"/>
            </p:custDataLst>
          </p:nvPr>
        </p:nvPicPr>
        <p:blipFill>
          <a:blip r:embed="rId7"/>
          <a:srcRect l="3575" b="287"/>
          <a:stretch>
            <a:fillRect/>
          </a:stretch>
        </p:blipFill>
        <p:spPr>
          <a:xfrm>
            <a:off x="609600" y="4038600"/>
            <a:ext cx="5588000" cy="2209800"/>
          </a:xfrm>
          <a:custGeom>
            <a:avLst/>
            <a:gdLst>
              <a:gd name="connisteX0" fmla="*/ 0 w 5588000"/>
              <a:gd name="connsiteY0" fmla="*/ 203200 h 2209800"/>
              <a:gd name="connisteX1" fmla="*/ 203200 w 5588000"/>
              <a:gd name="connsiteY1" fmla="*/ 0 h 2209800"/>
              <a:gd name="connisteX2" fmla="*/ 5384800 w 5588000"/>
              <a:gd name="connsiteY2" fmla="*/ 0 h 2209800"/>
              <a:gd name="connisteX3" fmla="*/ 5588000 w 5588000"/>
              <a:gd name="connsiteY3" fmla="*/ 203200 h 2209800"/>
              <a:gd name="connisteX4" fmla="*/ 5588000 w 5588000"/>
              <a:gd name="connsiteY4" fmla="*/ 2006600 h 2209800"/>
              <a:gd name="connisteX5" fmla="*/ 5384800 w 5588000"/>
              <a:gd name="connsiteY5" fmla="*/ 2209800 h 2209800"/>
              <a:gd name="connisteX6" fmla="*/ 203200 w 5588000"/>
              <a:gd name="connsiteY6" fmla="*/ 2209800 h 2209800"/>
              <a:gd name="connisteX7" fmla="*/ 0 w 5588000"/>
              <a:gd name="connsiteY7" fmla="*/ 2006600 h 2209800"/>
              <a:gd name="connisteX8" fmla="*/ 0 w 5588000"/>
              <a:gd name="connsiteY8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5880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384800" y="0"/>
                </a:lnTo>
                <a:cubicBezTo>
                  <a:pt x="5497024" y="0"/>
                  <a:pt x="5588000" y="90976"/>
                  <a:pt x="5588000" y="203200"/>
                </a:cubicBezTo>
                <a:lnTo>
                  <a:pt x="5588000" y="2006600"/>
                </a:lnTo>
                <a:cubicBezTo>
                  <a:pt x="5588000" y="2118824"/>
                  <a:pt x="5497024" y="2209800"/>
                  <a:pt x="5384800" y="2209800"/>
                </a:cubicBez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</p:spPr>
      </p:pic>
      <p:sp>
        <p:nvSpPr>
          <p:cNvPr id="7" name="文本占位符 6"/>
          <p:cNvSpPr>
            <a:spLocks noGrp="1"/>
          </p:cNvSpPr>
          <p:nvPr>
            <p:ph type="body" idx="16388"/>
            <p:custDataLst>
              <p:tags r:id="rId8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后续优化方向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8" name="文本占位符 7"/>
          <p:cNvSpPr>
            <a:spLocks noGrp="1"/>
          </p:cNvSpPr>
          <p:nvPr>
            <p:ph type="body" idx="16389"/>
            <p:custDataLst>
              <p:tags r:id="rId9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后续将引入在线学习缓解数据漂移，补充多目标优化与生产级部署能力，向工程可用演进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10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zh-CN" altLang="en-US">
                <a:latin typeface="汉仪刚艺体-85W" panose="00020600040101010101" charset="-122"/>
                <a:ea typeface="汉仪刚艺体-85W" panose="00020600040101010101" charset="-122"/>
              </a:rPr>
              <a:t>致谢与答疑</a:t>
            </a:r>
            <a:endParaRPr lang="zh-CN" altLang="en-US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  <p:sp>
        <p:nvSpPr>
          <p:cNvPr id="3" name="装饰  1"/>
          <p:cNvSpPr>
            <a:spLocks noGrp="1"/>
          </p:cNvSpPr>
          <p:nvPr>
            <p:ph type="body" idx="1639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pic>
        <p:nvPicPr>
          <p:cNvPr id="11" name="图片占位符 10"/>
          <p:cNvPicPr/>
          <p:nvPr>
            <p:ph type="pic" idx="16390"/>
            <p:custDataLst>
              <p:tags r:id="rId3"/>
            </p:custDataLst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14600" y="2362200"/>
            <a:ext cx="1524000" cy="1524000"/>
          </a:xfrm>
          <a:prstGeom prst="rect">
            <a:avLst/>
          </a:prstGeom>
        </p:spPr>
      </p:pic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6"/>
            </p:custDataLst>
          </p:nvPr>
        </p:nvSpPr>
        <p:spPr/>
        <p:txBody>
          <a:bodyPr>
            <a:normAutofit/>
          </a:bodyPr>
          <a:p>
            <a:pPr algn="ctr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致谢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6387"/>
            <p:custDataLst>
              <p:tags r:id="rId7"/>
            </p:custDataLst>
          </p:nvPr>
        </p:nvSpPr>
        <p:spPr/>
        <p:txBody>
          <a:bodyPr>
            <a:normAutofit/>
          </a:bodyPr>
          <a:p>
            <a:pPr algn="ctr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感谢指导老师与课程团队的支持，项目代码、开发档案均完整留存可追溯核查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7" name="装饰  5"/>
          <p:cNvSpPr>
            <a:spLocks noGrp="1"/>
          </p:cNvSpPr>
          <p:nvPr>
            <p:ph type="body" idx="16393"/>
            <p:custDataLst>
              <p:tags r:id="rId8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 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pic>
        <p:nvPicPr>
          <p:cNvPr id="12" name="图片占位符 11"/>
          <p:cNvPicPr/>
          <p:nvPr>
            <p:ph type="pic" idx="16392"/>
            <p:custDataLst>
              <p:tags r:id="rId9"/>
            </p:custDataLst>
          </p:nvPr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153400" y="2362200"/>
            <a:ext cx="1524000" cy="1524000"/>
          </a:xfrm>
          <a:prstGeom prst="rect">
            <a:avLst/>
          </a:prstGeom>
        </p:spPr>
      </p:pic>
      <p:sp>
        <p:nvSpPr>
          <p:cNvPr id="9" name="文本占位符 8"/>
          <p:cNvSpPr>
            <a:spLocks noGrp="1"/>
          </p:cNvSpPr>
          <p:nvPr>
            <p:ph type="body" idx="16388"/>
            <p:custDataLst>
              <p:tags r:id="rId12"/>
            </p:custDataLst>
          </p:nvPr>
        </p:nvSpPr>
        <p:spPr/>
        <p:txBody>
          <a:bodyPr>
            <a:normAutofit/>
          </a:bodyPr>
          <a:p>
            <a:pPr algn="ctr">
              <a:lnSpc>
                <a:spcPct val="111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Q&amp;A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文本占位符 9"/>
          <p:cNvSpPr>
            <a:spLocks noGrp="1"/>
          </p:cNvSpPr>
          <p:nvPr>
            <p:ph type="body" idx="16389"/>
            <p:custDataLst>
              <p:tags r:id="rId13"/>
            </p:custDataLst>
          </p:nvPr>
        </p:nvSpPr>
        <p:spPr/>
        <p:txBody>
          <a:bodyPr>
            <a:normAutofit/>
          </a:bodyPr>
          <a:p>
            <a:pPr algn="ctr">
              <a:lnSpc>
                <a:spcPct val="125000"/>
              </a:lnSpc>
            </a:pPr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欢迎各位老师、同学提问交流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14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副标题 2"/>
          <p:cNvSpPr>
            <a:spLocks noGrp="1"/>
          </p:cNvSpPr>
          <p:nvPr>
            <p:ph type="subTitle" idx="13"/>
            <p:custDataLst>
              <p:tags r:id="rId1"/>
            </p:custDataLst>
          </p:nvPr>
        </p:nvSpPr>
        <p:spPr/>
        <p:txBody>
          <a:bodyPr/>
          <a:p>
            <a:r>
              <a:rPr lang="zh-CN" altLang="en-US">
                <a:latin typeface="MiSans Normal" panose="00000500000000000000" charset="-122"/>
                <a:ea typeface="MiSans Normal" panose="00000500000000000000" charset="-122"/>
              </a:rPr>
              <a:t>THE END</a:t>
            </a:r>
            <a:endParaRPr lang="zh-CN" altLang="en-US"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ctrTitle" idx="14"/>
            <p:custDataLst>
              <p:tags r:id="rId2"/>
            </p:custDataLst>
          </p:nvPr>
        </p:nvSpPr>
        <p:spPr/>
        <p:txBody>
          <a:bodyPr>
            <a:normAutofit/>
          </a:bodyPr>
          <a:p>
            <a:r>
              <a:rPr lang="zh-CN" altLang="en-US" sz="6300">
                <a:latin typeface="汉仪刚艺体-85W" panose="00020600040101010101" charset="-122"/>
                <a:ea typeface="汉仪刚艺体-85W" panose="00020600040101010101" charset="-122"/>
              </a:rPr>
              <a:t>谢谢</a:t>
            </a:r>
            <a:endParaRPr lang="zh-CN" altLang="en-US" sz="6300">
              <a:latin typeface="汉仪刚艺体-85W" panose="00020600040101010101" charset="-122"/>
              <a:ea typeface="汉仪刚艺体-85W" panose="00020600040101010101" charset="-122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BEAUTIFY_FLAG" val="#wm#"/>
  <p:tag name="KSO_WM_UNIT_INDEX" val="2"/>
  <p:tag name="KSO_WM_UNIT_TYPE" val="i"/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BEAUTIFY_FLAG" val="#wm#"/>
  <p:tag name="KSO_WM_UNIT_INDEX" val="1"/>
  <p:tag name="KSO_WM_UNIT_SUBTYPE" val="c"/>
  <p:tag name="KSO_WM_UNIT_TYPE" val="f"/>
  <p:tag name="KSO_WM_FIGMA_FLAG" val="#fgm#"/>
  <p:tag name="KSO_WM_UNIT_TEXT_LAYER_COUNT" val="1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*f*1"/>
  <p:tag name="KSO_WM_UNIT_LAYERLEVEL" val="1"/>
  <p:tag name="KSO_WM_TAG_VERSION" val="3.0"/>
</p:tagLst>
</file>

<file path=ppt/tags/tag7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</p:tagLst>
</file>

<file path=ppt/tags/tag8.xml><?xml version="1.0" encoding="utf-8"?>
<p:tagLst xmlns:p="http://schemas.openxmlformats.org/presentationml/2006/main">
  <p:tag name="KSO_WM_BEAUTIFY_FLAG" val="#wm#"/>
  <p:tag name="KSO_WM_UNIT_INDEX" val="2"/>
  <p:tag name="KSO_WM_UNIT_SUBTYPE" val="b"/>
  <p:tag name="KSO_WM_UNIT_TYPE" val="f"/>
  <p:tag name="KSO_WM_FIGMA_FLAG" val="#fgm#"/>
  <p:tag name="KSO_WM_UNIT_TEXT_LAYER_COUNT" val="1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*f*2"/>
  <p:tag name="KSO_WM_UNIT_LAYERLEVEL" val="1"/>
  <p:tag name="KSO_WM_TAG_VERSION" val="3.0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BEAUTIFY_FLAG" val="#wm#"/>
  <p:tag name="KSO_WM_UNIT_INDEX" val="2"/>
  <p:tag name="KSO_WM_UNIT_TYPE" val="i"/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9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</p:tagLst>
</file>

<file path=ppt/tags/tag20.xml><?xml version="1.0" encoding="utf-8"?>
<p:tagLst xmlns:p="http://schemas.openxmlformats.org/presentationml/2006/main">
  <p:tag name="KSO_WM_BEAUTIFY_FLAG" val="#wm#"/>
  <p:tag name="KSO_WM_UNIT_INDEX" val="1"/>
  <p:tag name="KSO_WM_UNIT_TYPE" val="e"/>
  <p:tag name="KSO_WM_FIGMA_FLAG" val="#fgm#"/>
  <p:tag name="KSO_WM_UNIT_PRESET_TEXT_INDEX" val="-1"/>
  <p:tag name="KSO_WM_UNIT_PRESET_TEXT_LEN" val="0"/>
  <p:tag name="KSO_WM_UNIT_NOCLEAR" val="0"/>
  <p:tag name="KSO_WM_UNIT_HIGHLIGHT" val="0"/>
  <p:tag name="KSO_WM_UNIT_COMPATIBLE" val="1"/>
  <p:tag name="KSO_WM_UNIT_DIAGRAM_ISNUMVISUAL" val="0"/>
  <p:tag name="KSO_WM_UNIT_DIAGRAM_ISREFERUNIT" val="0"/>
  <p:tag name="KSO_WM_UNIT_ID" val="_3*e*1"/>
  <p:tag name="KSO_WM_UNIT_LAYERLEVEL" val="1"/>
  <p:tag name="KSO_WM_TAG_VERSION" val="3.0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58.xml><?xml version="1.0" encoding="utf-8"?>
<p:tagLst xmlns:p="http://schemas.openxmlformats.org/presentationml/2006/main">
  <p:tag name="KSO_WM_BEAUTIFY_FLAG" val="#wm#"/>
  <p:tag name="KSO_WM_UNIT_INDEX" val="2"/>
  <p:tag name="KSO_WM_UNIT_TYPE" val="i"/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2.xml><?xml version="1.0" encoding="utf-8"?>
<p:tagLst xmlns:p="http://schemas.openxmlformats.org/presentationml/2006/main">
  <p:tag name="KSO_WM_BEAUTIFY_FLAG" val="#wm#"/>
  <p:tag name="KSO_WM_UNIT_INDEX" val="1"/>
  <p:tag name="KSO_WM_UNIT_TYPE" val="b"/>
  <p:tag name="KSO_WM_FIGMA_FLAG" val="#fgm#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1*b*1"/>
  <p:tag name="KSO_WM_UNIT_LAYERLEVEL" val="1"/>
  <p:tag name="KSO_WM_TAG_VERSION" val="3.0"/>
</p:tagLst>
</file>

<file path=ppt/tags/tag63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3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3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3.0"/>
  <p:tag name="KSO_WM_BEAUTIFY_FLAG" val="#wm#"/>
</p:tagLst>
</file>

<file path=ppt/tags/tag67.xml><?xml version="1.0" encoding="utf-8"?>
<p:tagLst xmlns:p="http://schemas.openxmlformats.org/presentationml/2006/main">
  <p:tag name="KSO_WM_BEAUTIFY_FLAG" val="#wm#"/>
  <p:tag name="KSO_WM_UNIT_INDEX" val="1"/>
  <p:tag name="KSO_WM_UNIT_TYPE" val="i"/>
  <p:tag name="KSO_WM_UNIT_HIGHLIGHT" val="0"/>
  <p:tag name="KSO_WM_UNIT_COMPATIBLE" val="0"/>
  <p:tag name="KSO_WM_UNIT_DIAGRAM_ISNUMVISUAL" val="0"/>
  <p:tag name="KSO_WM_UNIT_DIAGRAM_ISREFERUNIT" val="0"/>
  <p:tag name="KSO_WM_UNIT_ID" val="_12*i*1"/>
  <p:tag name="KSO_WM_UNIT_LAYERLEVEL" val="1"/>
  <p:tag name="KSO_WM_TAG_VERSION" val="3.0"/>
</p:tagLst>
</file>

<file path=ppt/tags/tag68.xml><?xml version="1.0" encoding="utf-8"?>
<p:tagLst xmlns:p="http://schemas.openxmlformats.org/presentationml/2006/main">
  <p:tag name="KSO_WM_BEAUTIFY_FLAG" val="#wm#"/>
  <p:tag name="KSO_WM_UNIT_INDEX" val="2"/>
  <p:tag name="KSO_WM_UNIT_TYPE" val="i"/>
  <p:tag name="KSO_WM_UNIT_HIGHLIGHT" val="0"/>
  <p:tag name="KSO_WM_UNIT_COMPATIBLE" val="0"/>
  <p:tag name="KSO_WM_UNIT_DIAGRAM_ISNUMVISUAL" val="0"/>
  <p:tag name="KSO_WM_UNIT_DIAGRAM_ISREFERUNIT" val="0"/>
  <p:tag name="KSO_WM_UNIT_ID" val="_12*i*2"/>
  <p:tag name="KSO_WM_UNIT_LAYERLEVEL" val="1"/>
  <p:tag name="KSO_WM_TAG_VERSION" val="3.0"/>
</p:tagLst>
</file>

<file path=ppt/tags/tag69.xml><?xml version="1.0" encoding="utf-8"?>
<p:tagLst xmlns:p="http://schemas.openxmlformats.org/presentationml/2006/main">
  <p:tag name="KSO_WM_BEAUTIFY_FLAG" val="#wm#"/>
  <p:tag name="KSO_WM_UNIT_INDEX" val="1"/>
  <p:tag name="KSO_WM_UNIT_TYPE" val="b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2*b*1"/>
  <p:tag name="KSO_WM_UNIT_LAYERLEVEL" val="1"/>
  <p:tag name="KSO_WM_TAG_VERSION" val="3.0"/>
</p:tagLst>
</file>

<file path=ppt/tags/tag70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2*a*1"/>
  <p:tag name="KSO_WM_UNIT_LAYERLEVEL" val="1"/>
  <p:tag name="KSO_WM_TAG_VERSION" val="3.0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3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3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3.0"/>
  <p:tag name="KSO_WM_BEAUTIFY_FLAG" val="#wm#"/>
</p:tagLst>
</file>

<file path=ppt/tags/tag74.xml><?xml version="1.0" encoding="utf-8"?>
<p:tagLst xmlns:p="http://schemas.openxmlformats.org/presentationml/2006/main">
  <p:tag name="KSO_WM_BEAUTIFY_FLAG" val="#wm#"/>
  <p:tag name="KSO_WM_FIGMA_FLAG" val="#fgm#"/>
  <p:tag name="KSO_WM_UNIT_INDEX" val="1"/>
  <p:tag name="KSO_WM_UNIT_TEXT_TYPE" val="1"/>
  <p:tag name="KSO_WM_UNIT_TYPE" val="b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3*b*1"/>
  <p:tag name="KSO_WM_UNIT_LAYERLEVEL" val="1"/>
  <p:tag name="KSO_WM_TAG_VERSION" val="3.0"/>
</p:tagLst>
</file>

<file path=ppt/tags/tag75.xml><?xml version="1.0" encoding="utf-8"?>
<p:tagLst xmlns:p="http://schemas.openxmlformats.org/presentationml/2006/main"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482968b263e76c08de04fc6481a1a2d1ad5c9f62"/>
  <p:tag name="KSO_WM_NEWLAYOUT_ID" val="1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3*a*1"/>
  <p:tag name="KSO_WM_UNIT_LAYERLEVEL" val="1"/>
  <p:tag name="KSO_WM_TAG_VERSION" val="3.0"/>
</p:tagLst>
</file>

<file path=ppt/tags/tag76.xml><?xml version="1.0" encoding="utf-8"?>
<p:tagLst xmlns:p="http://schemas.openxmlformats.org/presentationml/2006/main">
  <p:tag name="KSO_WM_BEAUTIFY_FLAG" val="#wm#"/>
  <p:tag name="KSO_WM_FIGMA_FLAG" val="#fgm#"/>
  <p:tag name="KSO_WM_UNIT_INDEX" val="1_1_1"/>
  <p:tag name="KSO_WM_UNIT_SUBTYPE" val="d"/>
  <p:tag name="KSO_WM_UNIT_TYPE" val="l_h_i"/>
  <p:tag name="KSO_WM_UNIT_HIGHLIGHT" val="0"/>
  <p:tag name="KSO_WM_UNIT_COMPATIBLE" val="0"/>
  <p:tag name="KSO_WM_UNIT_DIAGRAM_ISNUMVISUAL" val="0"/>
  <p:tag name="KSO_WM_UNIT_DIAGRAM_ISREFERUNIT" val="0"/>
  <p:tag name="KSO_WM_UNIT_ID" val="_13*l_h_i*1_1_1"/>
  <p:tag name="KSO_WM_UNIT_LAYERLEVEL" val="1_1_1"/>
  <p:tag name="KSO_WM_TAG_VERSION" val="3.0"/>
</p:tagLst>
</file>

<file path=ppt/tags/tag77.xml><?xml version="1.0" encoding="utf-8"?>
<p:tagLst xmlns:p="http://schemas.openxmlformats.org/presentationml/2006/main">
  <p:tag name="KSO_WM_FIGMA_DECORATION_INDEX" val="25"/>
  <p:tag name="$PH_EXT" val="2"/>
  <p:tag name="KSO_WM_BEAUTIFY_FLAG" val="#wm#"/>
  <p:tag name="KSO_WM_FIGMA_FLAG" val="#fgm#"/>
  <p:tag name="KSO_WM_UNIT_INDEX" val="1_1_2"/>
  <p:tag name="KSO_WM_UNIT_TYPE" val="l_h_i"/>
  <p:tag name="KSO_WM_UNIT_HIGHLIGHT" val="0"/>
  <p:tag name="KSO_WM_UNIT_COMPATIBLE" val="0"/>
  <p:tag name="KSO_WM_UNIT_DIAGRAM_ISNUMVISUAL" val="0"/>
  <p:tag name="KSO_WM_UNIT_DIAGRAM_ISREFERUNIT" val="0"/>
  <p:tag name="KSO_WM_UNIT_ID" val="_13*l_h_i*1_1_2"/>
  <p:tag name="KSO_WM_UNIT_LAYERLEVEL" val="1_1_1"/>
  <p:tag name="KSO_WM_TAG_VERSION" val="3.0"/>
</p:tagLst>
</file>

<file path=ppt/tags/tag78.xml><?xml version="1.0" encoding="utf-8"?>
<p:tagLst xmlns:p="http://schemas.openxmlformats.org/presentationml/2006/main">
  <p:tag name="KSO_WM_BEAUTIFY_FLAG" val="#wm#"/>
  <p:tag name="KSO_WM_FIGMA_FLAG" val="#fgm#"/>
  <p:tag name="KSO_WM_UNIT_INDEX" val="1_1_1"/>
  <p:tag name="KSO_WM_UNIT_TYPE" val="l_h_a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3*l_h_a*1_1_1"/>
  <p:tag name="KSO_WM_UNIT_LAYERLEVEL" val="1_1_1"/>
  <p:tag name="KSO_WM_TAG_VERSION" val="3.0"/>
</p:tagLst>
</file>

<file path=ppt/tags/tag79.xml><?xml version="1.0" encoding="utf-8"?>
<p:tagLst xmlns:p="http://schemas.openxmlformats.org/presentationml/2006/main">
  <p:tag name="KSO_WM_BEAUTIFY_FLAG" val="#wm#"/>
  <p:tag name="KSO_WM_FIGMA_FLAG" val="#fgm#"/>
  <p:tag name="KSO_WM_UNIT_INDEX" val="1_2_1"/>
  <p:tag name="KSO_WM_UNIT_SUBTYPE" val="d"/>
  <p:tag name="KSO_WM_UNIT_TYPE" val="l_h_i"/>
  <p:tag name="KSO_WM_UNIT_HIGHLIGHT" val="0"/>
  <p:tag name="KSO_WM_UNIT_COMPATIBLE" val="0"/>
  <p:tag name="KSO_WM_UNIT_DIAGRAM_ISNUMVISUAL" val="0"/>
  <p:tag name="KSO_WM_UNIT_DIAGRAM_ISREFERUNIT" val="0"/>
  <p:tag name="KSO_WM_UNIT_ID" val="_13*l_h_i*1_2_1"/>
  <p:tag name="KSO_WM_UNIT_LAYERLEVEL" val="1_1_1"/>
  <p:tag name="KSO_WM_TAG_VERSION" val="3.0"/>
</p:tagLst>
</file>

<file path=ppt/tags/tag80.xml><?xml version="1.0" encoding="utf-8"?>
<p:tagLst xmlns:p="http://schemas.openxmlformats.org/presentationml/2006/main">
  <p:tag name="KSO_WM_FIGMA_DECORATION_INDEX" val="25"/>
  <p:tag name="$PH_EXT" val="2"/>
  <p:tag name="KSO_WM_BEAUTIFY_FLAG" val="#wm#"/>
  <p:tag name="KSO_WM_FIGMA_FLAG" val="#fgm#"/>
  <p:tag name="KSO_WM_UNIT_INDEX" val="1_2_2"/>
  <p:tag name="KSO_WM_UNIT_TYPE" val="l_h_i"/>
  <p:tag name="KSO_WM_UNIT_HIGHLIGHT" val="0"/>
  <p:tag name="KSO_WM_UNIT_COMPATIBLE" val="0"/>
  <p:tag name="KSO_WM_UNIT_DIAGRAM_ISNUMVISUAL" val="0"/>
  <p:tag name="KSO_WM_UNIT_DIAGRAM_ISREFERUNIT" val="0"/>
  <p:tag name="KSO_WM_UNIT_ID" val="_13*l_h_i*1_2_2"/>
  <p:tag name="KSO_WM_UNIT_LAYERLEVEL" val="1_1_1"/>
  <p:tag name="KSO_WM_TAG_VERSION" val="3.0"/>
</p:tagLst>
</file>

<file path=ppt/tags/tag81.xml><?xml version="1.0" encoding="utf-8"?>
<p:tagLst xmlns:p="http://schemas.openxmlformats.org/presentationml/2006/main">
  <p:tag name="KSO_WM_BEAUTIFY_FLAG" val="#wm#"/>
  <p:tag name="KSO_WM_FIGMA_FLAG" val="#fgm#"/>
  <p:tag name="KSO_WM_UNIT_INDEX" val="1_2_1"/>
  <p:tag name="KSO_WM_UNIT_TYPE" val="l_h_a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3*l_h_a*1_2_1"/>
  <p:tag name="KSO_WM_UNIT_LAYERLEVEL" val="1_1_1"/>
  <p:tag name="KSO_WM_TAG_VERSION" val="3.0"/>
</p:tagLst>
</file>

<file path=ppt/tags/tag82.xml><?xml version="1.0" encoding="utf-8"?>
<p:tagLst xmlns:p="http://schemas.openxmlformats.org/presentationml/2006/main">
  <p:tag name="KSO_WM_BEAUTIFY_FLAG" val="#wm#"/>
  <p:tag name="KSO_WM_FIGMA_FLAG" val="#fgm#"/>
  <p:tag name="KSO_WM_UNIT_INDEX" val="1_3_1"/>
  <p:tag name="KSO_WM_UNIT_SUBTYPE" val="d"/>
  <p:tag name="KSO_WM_UNIT_TYPE" val="l_h_i"/>
  <p:tag name="KSO_WM_UNIT_HIGHLIGHT" val="0"/>
  <p:tag name="KSO_WM_UNIT_COMPATIBLE" val="0"/>
  <p:tag name="KSO_WM_UNIT_DIAGRAM_ISNUMVISUAL" val="0"/>
  <p:tag name="KSO_WM_UNIT_DIAGRAM_ISREFERUNIT" val="0"/>
  <p:tag name="KSO_WM_UNIT_ID" val="_13*l_h_i*1_3_1"/>
  <p:tag name="KSO_WM_UNIT_LAYERLEVEL" val="1_1_1"/>
  <p:tag name="KSO_WM_TAG_VERSION" val="3.0"/>
</p:tagLst>
</file>

<file path=ppt/tags/tag83.xml><?xml version="1.0" encoding="utf-8"?>
<p:tagLst xmlns:p="http://schemas.openxmlformats.org/presentationml/2006/main">
  <p:tag name="KSO_WM_FIGMA_DECORATION_INDEX" val="25"/>
  <p:tag name="$PH_EXT" val="2"/>
  <p:tag name="KSO_WM_BEAUTIFY_FLAG" val="#wm#"/>
  <p:tag name="KSO_WM_FIGMA_FLAG" val="#fgm#"/>
  <p:tag name="KSO_WM_UNIT_INDEX" val="1_3_2"/>
  <p:tag name="KSO_WM_UNIT_TYPE" val="l_h_i"/>
  <p:tag name="KSO_WM_UNIT_HIGHLIGHT" val="0"/>
  <p:tag name="KSO_WM_UNIT_COMPATIBLE" val="0"/>
  <p:tag name="KSO_WM_UNIT_DIAGRAM_ISNUMVISUAL" val="0"/>
  <p:tag name="KSO_WM_UNIT_DIAGRAM_ISREFERUNIT" val="0"/>
  <p:tag name="KSO_WM_UNIT_ID" val="_13*l_h_i*1_3_2"/>
  <p:tag name="KSO_WM_UNIT_LAYERLEVEL" val="1_1_1"/>
  <p:tag name="KSO_WM_TAG_VERSION" val="3.0"/>
</p:tagLst>
</file>

<file path=ppt/tags/tag84.xml><?xml version="1.0" encoding="utf-8"?>
<p:tagLst xmlns:p="http://schemas.openxmlformats.org/presentationml/2006/main">
  <p:tag name="KSO_WM_BEAUTIFY_FLAG" val="#wm#"/>
  <p:tag name="KSO_WM_FIGMA_FLAG" val="#fgm#"/>
  <p:tag name="KSO_WM_UNIT_INDEX" val="1_3_1"/>
  <p:tag name="KSO_WM_UNIT_TYPE" val="l_h_a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3*l_h_a*1_3_1"/>
  <p:tag name="KSO_WM_UNIT_LAYERLEVEL" val="1_1_1"/>
  <p:tag name="KSO_WM_TAG_VERSION" val="3.0"/>
</p:tagLst>
</file>

<file path=ppt/tags/tag85.xml><?xml version="1.0" encoding="utf-8"?>
<p:tagLst xmlns:p="http://schemas.openxmlformats.org/presentationml/2006/main">
  <p:tag name="KSO_WM_BEAUTIFY_FLAG" val="#wm#"/>
  <p:tag name="KSO_WM_FIGMA_FLAG" val="#fgm#"/>
  <p:tag name="KSO_WM_UNIT_INDEX" val="1_4_1"/>
  <p:tag name="KSO_WM_UNIT_SUBTYPE" val="d"/>
  <p:tag name="KSO_WM_UNIT_TYPE" val="l_h_i"/>
  <p:tag name="KSO_WM_UNIT_HIGHLIGHT" val="0"/>
  <p:tag name="KSO_WM_UNIT_COMPATIBLE" val="0"/>
  <p:tag name="KSO_WM_UNIT_DIAGRAM_ISNUMVISUAL" val="0"/>
  <p:tag name="KSO_WM_UNIT_DIAGRAM_ISREFERUNIT" val="0"/>
  <p:tag name="KSO_WM_UNIT_ID" val="_13*l_h_i*1_4_1"/>
  <p:tag name="KSO_WM_UNIT_LAYERLEVEL" val="1_1_1"/>
  <p:tag name="KSO_WM_TAG_VERSION" val="3.0"/>
</p:tagLst>
</file>

<file path=ppt/tags/tag86.xml><?xml version="1.0" encoding="utf-8"?>
<p:tagLst xmlns:p="http://schemas.openxmlformats.org/presentationml/2006/main">
  <p:tag name="KSO_WM_FIGMA_DECORATION_INDEX" val="25"/>
  <p:tag name="$PH_EXT" val="2"/>
  <p:tag name="KSO_WM_BEAUTIFY_FLAG" val="#wm#"/>
  <p:tag name="KSO_WM_FIGMA_FLAG" val="#fgm#"/>
  <p:tag name="KSO_WM_UNIT_INDEX" val="1_4_2"/>
  <p:tag name="KSO_WM_UNIT_TYPE" val="l_h_i"/>
  <p:tag name="KSO_WM_UNIT_HIGHLIGHT" val="0"/>
  <p:tag name="KSO_WM_UNIT_COMPATIBLE" val="0"/>
  <p:tag name="KSO_WM_UNIT_DIAGRAM_ISNUMVISUAL" val="0"/>
  <p:tag name="KSO_WM_UNIT_DIAGRAM_ISREFERUNIT" val="0"/>
  <p:tag name="KSO_WM_UNIT_ID" val="_13*l_h_i*1_4_2"/>
  <p:tag name="KSO_WM_UNIT_LAYERLEVEL" val="1_1_1"/>
  <p:tag name="KSO_WM_TAG_VERSION" val="3.0"/>
</p:tagLst>
</file>

<file path=ppt/tags/tag87.xml><?xml version="1.0" encoding="utf-8"?>
<p:tagLst xmlns:p="http://schemas.openxmlformats.org/presentationml/2006/main">
  <p:tag name="KSO_WM_BEAUTIFY_FLAG" val="#wm#"/>
  <p:tag name="KSO_WM_FIGMA_FLAG" val="#fgm#"/>
  <p:tag name="KSO_WM_UNIT_INDEX" val="1_4_1"/>
  <p:tag name="KSO_WM_UNIT_TYPE" val="l_h_a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3*l_h_a*1_4_1"/>
  <p:tag name="KSO_WM_UNIT_LAYERLEVEL" val="1_1_1"/>
  <p:tag name="KSO_WM_TAG_VERSION" val="3.0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89.xml><?xml version="1.0" encoding="utf-8"?>
<p:tagLst xmlns:p="http://schemas.openxmlformats.org/presentationml/2006/main">
  <p:tag name="KSO_WM_BEAUTIFY_FLAG" val="#wm#"/>
  <p:tag name="KSO_WM_UNIT_INDEX" val="2"/>
  <p:tag name="KSO_WM_UNIT_TYPE" val="i"/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93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</p:tagLst>
</file>

<file path=ppt/tags/tag94.xml><?xml version="1.0" encoding="utf-8"?>
<p:tagLst xmlns:p="http://schemas.openxmlformats.org/presentationml/2006/main">
  <p:tag name="KSO_WM_BEAUTIFY_FLAG" val="#wm#"/>
  <p:tag name="KSO_WM_UNIT_INDEX" val="1"/>
  <p:tag name="KSO_WM_UNIT_TYPE" val="e"/>
  <p:tag name="KSO_WM_FIGMA_FLAG" val="#fgm#"/>
  <p:tag name="KSO_WM_UNIT_PRESET_TEXT_INDEX" val="-1"/>
  <p:tag name="KSO_WM_UNIT_PRESET_TEXT_LEN" val="0"/>
  <p:tag name="KSO_WM_UNIT_NOCLEAR" val="0"/>
  <p:tag name="KSO_WM_UNIT_HIGHLIGHT" val="0"/>
  <p:tag name="KSO_WM_UNIT_COMPATIBLE" val="1"/>
  <p:tag name="KSO_WM_UNIT_DIAGRAM_ISNUMVISUAL" val="0"/>
  <p:tag name="KSO_WM_UNIT_DIAGRAM_ISREFERUNIT" val="0"/>
  <p:tag name="KSO_WM_UNIT_ID" val="_3*e*1"/>
  <p:tag name="KSO_WM_UNIT_LAYERLEVEL" val="1"/>
  <p:tag name="KSO_WM_TAG_VERSION" val="3.0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96.xml><?xml version="1.0" encoding="utf-8"?>
<p:tagLst xmlns:p="http://schemas.openxmlformats.org/presentationml/2006/main">
  <p:tag name="KSO_WM_BEAUTIFY_FLAG" val="#wm#"/>
  <p:tag name="KSO_WM_UNIT_INDEX" val="2"/>
  <p:tag name="KSO_WM_UNIT_TYPE" val="i"/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100.xml><?xml version="1.0" encoding="utf-8"?>
<p:tagLst xmlns:p="http://schemas.openxmlformats.org/presentationml/2006/main">
  <p:tag name="KSO_WM_BEAUTIFY_FLAG" val="#wm#"/>
  <p:tag name="KSO_WM_UNIT_INDEX" val="1"/>
  <p:tag name="KSO_WM_UNIT_TYPE" val="b"/>
  <p:tag name="KSO_WM_FIGMA_FLAG" val="#fgm#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1*b*1"/>
  <p:tag name="KSO_WM_UNIT_LAYERLEVEL" val="1"/>
  <p:tag name="KSO_WM_TAG_VERSION" val="3.0"/>
</p:tagLst>
</file>

<file path=ppt/tags/tag101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40494635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40494635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09.xml><?xml version="1.0" encoding="utf-8"?>
<p:tagLst xmlns:p="http://schemas.openxmlformats.org/presentationml/2006/main">
  <p:tag name="KSO_WM_FIGMA_SLIDE_GROUP" val="1"/>
  <p:tag name="KSO_WM_TEMPLATE_SUBCATEGORY" val="29"/>
  <p:tag name="KSO_WM_TAG_VERSION" val="3.0"/>
  <p:tag name="KSO_WM_TEMPLATE_CATEGORY" val="custom"/>
  <p:tag name="KSO_WM_TEMPLATE_INDEX" val="40494635"/>
  <p:tag name="KSO_WM_TEMPLATE_MASTER_TYPE" val="0"/>
  <p:tag name="KSO_WM_TEMPLATE_COLOR_TYPE" val="0"/>
  <p:tag name="KSO_WM_BEAUTIFY_FLAG" val="#wm#"/>
</p:tagLst>
</file>

<file path=ppt/tags/tag110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  <p:tag name="KSO_WM_TEMPLATE_STYLE_ID" val="d6d3f39df28908b5"/>
  <p:tag name="KSO_WM_AITEMPLATE_STYLE_ID" val="69796643695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1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b"/>
</p:tagLst>
</file>

<file path=ppt/tags/tag11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a"/>
  <p:tag name="KSO_WM_LAYOUT_CHECK_HASH" val="5140653e1365e78b8e7250ed0dd1be25ff97797e"/>
  <p:tag name="KSO_WM_NEWLAYOUT_GROUP_ID" val="layout_1-5"/>
  <p:tag name="KSO_WM_NEWLAYOUT_ID" val="slide_cea45c27deb23863"/>
</p:tagLst>
</file>

<file path=ppt/tags/tag11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SUBTYPE" val="d"/>
  <p:tag name="KSO_WM_UNIT_TYPE" val="l_h_i"/>
</p:tagLst>
</file>

<file path=ppt/tags/tag117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2"/>
  <p:tag name="KSO_WM_UNIT_TYPE" val="l_h_i"/>
</p:tagLst>
</file>

<file path=ppt/tags/tag11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1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SUBTYPE" val="d"/>
  <p:tag name="KSO_WM_UNIT_TYPE" val="l_h_i"/>
</p:tagLst>
</file>

<file path=ppt/tags/tag120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2"/>
  <p:tag name="KSO_WM_UNIT_TYPE" val="l_h_i"/>
</p:tagLst>
</file>

<file path=ppt/tags/tag12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2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SUBTYPE" val="d"/>
  <p:tag name="KSO_WM_UNIT_TYPE" val="l_h_i"/>
</p:tagLst>
</file>

<file path=ppt/tags/tag123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2"/>
  <p:tag name="KSO_WM_UNIT_TYPE" val="l_h_i"/>
</p:tagLst>
</file>

<file path=ppt/tags/tag12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2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SUBTYPE" val="d"/>
  <p:tag name="KSO_WM_UNIT_TYPE" val="l_h_i"/>
</p:tagLst>
</file>

<file path=ppt/tags/tag126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4_2"/>
  <p:tag name="KSO_WM_UNIT_TYPE" val="l_h_i"/>
</p:tagLst>
</file>

<file path=ppt/tags/tag12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12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5_1"/>
  <p:tag name="KSO_WM_UNIT_SUBTYPE" val="d"/>
  <p:tag name="KSO_WM_UNIT_TYPE" val="l_h_i"/>
</p:tagLst>
</file>

<file path=ppt/tags/tag129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5_2"/>
  <p:tag name="KSO_WM_UNIT_TYPE" val="l_h_i"/>
</p:tagLst>
</file>

<file path=ppt/tags/tag13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5_1"/>
  <p:tag name="KSO_WM_UNIT_TYPE" val="l_h_a"/>
</p:tagLst>
</file>

<file path=ppt/tags/tag1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5e4721eae441a8d561f5033e5ec1ce10b4f0a0ec"/>
  <p:tag name="KSO_WM_NEWLAYOUT_GROUP_ID" val="layout_30"/>
  <p:tag name="KSO_WM_NEWLAYOUT_ID" val="slide_97e71a9c1fd50a82"/>
</p:tagLst>
</file>

<file path=ppt/tags/tag13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136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13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3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39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14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4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42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14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4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4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95b75e5c2d2a03effb743fa88499dc4001a4e022"/>
  <p:tag name="KSO_WM_NEWLAYOUT_GROUP_ID" val="layout_2"/>
  <p:tag name="KSO_WM_NEWLAYOUT_ID" val="slide_250f5b83123f6923"/>
</p:tagLst>
</file>

<file path=ppt/tags/tag149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5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15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5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53.xml><?xml version="1.0" encoding="utf-8"?>
<p:tagLst xmlns:p="http://schemas.openxmlformats.org/presentationml/2006/main">
  <p:tag name="KSO_WM_FIGMA_DECORATION_INDEX" val="17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15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15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5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60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ee3b1a53c171a2c480e0f20b1cdca8a6a8fa7e9"/>
  <p:tag name="KSO_WM_NEWLAYOUT_GROUP_ID" val="layout_6"/>
  <p:tag name="KSO_WM_NEWLAYOUT_ID" val="slide_eed479e195e559c9"/>
</p:tagLst>
</file>

<file path=ppt/tags/tag16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162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16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6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65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16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6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7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f1f5a931add23db888025e7afbc2cd5363d3a5ae"/>
  <p:tag name="KSO_WM_NEWLAYOUT_GROUP_ID" val="layout_34"/>
  <p:tag name="KSO_WM_NEWLAYOUT_ID" val="slide_03445187354e35ec"/>
</p:tagLst>
</file>

<file path=ppt/tags/tag17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17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7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7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17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7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8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f215cb7bee7d56f8e2ac5b4ffa6d09e28f3d4b4"/>
  <p:tag name="KSO_WM_NEWLAYOUT_GROUP_ID" val="layout_26"/>
  <p:tag name="KSO_WM_NEWLAYOUT_ID" val="slide_33b65c8d547e38d4"/>
</p:tagLst>
</file>

<file path=ppt/tags/tag182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8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18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8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8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18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18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8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9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19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19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9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9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d72a066514564f55c7c5a33e5c717d2c0e8c3fdb"/>
  <p:tag name="KSO_WM_NEWLAYOUT_GROUP_ID" val="layout_53"/>
  <p:tag name="KSO_WM_NEWLAYOUT_ID" val="slide_76713c4037f02356"/>
</p:tagLst>
</file>

<file path=ppt/tags/tag198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9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20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0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02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0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20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0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0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20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20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0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13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9436740efaca2ab6394a22ad2d79806515e42f1"/>
  <p:tag name="KSO_WM_NEWLAYOUT_GROUP_ID" val="layout_60"/>
  <p:tag name="KSO_WM_NEWLAYOUT_ID" val="slide_7a497b07d3397511"/>
</p:tagLst>
</file>

<file path=ppt/tags/tag21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215.xml><?xml version="1.0" encoding="utf-8"?>
<p:tagLst xmlns:p="http://schemas.openxmlformats.org/presentationml/2006/main">
  <p:tag name="KSO_WM_FIGMA_DECORATION_INDEX" val="18_contentModel"/>
  <p:tag name="$PH_EXT" val="2"/>
  <p:tag name="KSO_WM_BEAUTIFY_FLAG" val="#fgm#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"/>
  <p:tag name="KSO_WM_UNIT_TYPE" val="l_i"/>
</p:tagLst>
</file>

<file path=ppt/tags/tag21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1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1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1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23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d7c816e72af276d627d0a329713d5d3c5073e86"/>
  <p:tag name="KSO_WM_NEWLAYOUT_GROUP_ID" val="layout_10012"/>
  <p:tag name="KSO_WM_NEWLAYOUT_ID" val="slide_1b601487e8903dfa"/>
</p:tagLst>
</file>

<file path=ppt/tags/tag22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22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2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2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2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2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3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3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5a5c21e7f28e2614ba88d610ec5eee94cc3975b3"/>
  <p:tag name="KSO_WM_NEWLAYOUT_GROUP_ID" val="layout_31"/>
  <p:tag name="KSO_WM_NEWLAYOUT_ID" val="slide_f0d6b2b67c5ac978"/>
</p:tagLst>
</file>

<file path=ppt/tags/tag235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23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23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3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39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4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24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4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4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24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24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4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50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d962b68a8b2e194c2243b3b449ee7e41848b346f"/>
  <p:tag name="KSO_WM_NEWLAYOUT_GROUP_ID" val="layout_61"/>
  <p:tag name="KSO_WM_NEWLAYOUT_ID" val="slide_1d1a3637f7310336"/>
</p:tagLst>
</file>

<file path=ppt/tags/tag25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252.xml><?xml version="1.0" encoding="utf-8"?>
<p:tagLst xmlns:p="http://schemas.openxmlformats.org/presentationml/2006/main">
  <p:tag name="KSO_WM_FIGMA_DECORATION_INDEX" val="17_contentModel"/>
  <p:tag name="$PH_EXT" val="2"/>
  <p:tag name="KSO_WM_BEAUTIFY_FLAG" val="#fgm#"/>
  <p:tag name="KSO_WM_FIGMA_FLAG" val="#fgm#"/>
  <p:tag name="KSO_WM_SYNC_SLIDE_TEXT" val="1"/>
  <p:tag name="KSO_WM_UNIT_INDEX" val="1_1"/>
  <p:tag name="KSO_WM_UNIT_TYPE" val="l_i"/>
</p:tagLst>
</file>

<file path=ppt/tags/tag25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5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5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5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60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0bd78e3edf11cfa3fc72a5c779a096a517f70bdf"/>
  <p:tag name="KSO_WM_NEWLAYOUT_GROUP_ID" val="layout_10014"/>
  <p:tag name="KSO_WM_NEWLAYOUT_ID" val="slide_504b870359682aa1"/>
</p:tagLst>
</file>

<file path=ppt/tags/tag26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26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6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6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26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6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70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12445398f7a899c9475f3f152437b65a3d0c6c1c"/>
  <p:tag name="KSO_WM_NEWLAYOUT_GROUP_ID" val="layout_39"/>
  <p:tag name="KSO_WM_NEWLAYOUT_ID" val="slide_5970346f41a9f824"/>
</p:tagLst>
</file>

<file path=ppt/tags/tag271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272.xml><?xml version="1.0" encoding="utf-8"?>
<p:tagLst xmlns:p="http://schemas.openxmlformats.org/presentationml/2006/main">
  <p:tag name="KSO_WM_FIGMA_DECORATION_INDEX" val="1"/>
  <p:tag name="$PH_EXT" val="1"/>
  <p:tag name="KSO_WM_BEAUTIFY_FLAG" val="#fgm#"/>
  <p:tag name="KSO_WM_DIAGRAM_GROUP_CODE" val="1"/>
  <p:tag name="KSO_WM_FIGMA_FLAG" val="#fgm#"/>
  <p:tag name="KSO_WM_UNIT_INDEX" val="1_1_1"/>
  <p:tag name="KSO_WM_UNIT_TYPE" val="l_h_x"/>
</p:tagLst>
</file>

<file path=ppt/tags/tag27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7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75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76.xml><?xml version="1.0" encoding="utf-8"?>
<p:tagLst xmlns:p="http://schemas.openxmlformats.org/presentationml/2006/main">
  <p:tag name="KSO_WM_FIGMA_DECORATION_INDEX" val="2"/>
  <p:tag name="$PH_EXT" val="1"/>
  <p:tag name="KSO_WM_BEAUTIFY_FLAG" val="#fgm#"/>
  <p:tag name="KSO_WM_DIAGRAM_GROUP_CODE" val="1"/>
  <p:tag name="KSO_WM_FIGMA_FLAG" val="#fgm#"/>
  <p:tag name="KSO_WM_UNIT_INDEX" val="1_2_1"/>
  <p:tag name="KSO_WM_UNIT_TYPE" val="l_h_x"/>
</p:tagLst>
</file>

<file path=ppt/tags/tag27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7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40494635"/>
</p:tagLst>
</file>

<file path=ppt/tags/tag2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40494635"/>
</p:tagLst>
</file>

<file path=ppt/tags/tag2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86.xml><?xml version="1.0" encoding="utf-8"?>
<p:tagLst xmlns:p="http://schemas.openxmlformats.org/presentationml/2006/main">
  <p:tag name="KSO_WM_FIGMA_SLIDE_GROUP" val="1"/>
  <p:tag name="KSO_WM_TEMPLATE_SUBCATEGORY" val="29"/>
  <p:tag name="KSO_WM_TAG_VERSION" val="3.0"/>
  <p:tag name="KSO_WM_TEMPLATE_CATEGORY" val="custom"/>
  <p:tag name="KSO_WM_TEMPLATE_INDEX" val="40494635"/>
  <p:tag name="KSO_WM_TEMPLATE_MASTER_TYPE" val="0"/>
  <p:tag name="KSO_WM_TEMPLATE_COLOR_TYPE" val="0"/>
  <p:tag name="KSO_WM_BEAUTIFY_FLAG" val="#wm#"/>
</p:tagLst>
</file>

<file path=ppt/tags/tag287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  <p:tag name="KSO_WM_TEMPLATE_STYLE_ID" val="d6d3f39df28908b5"/>
</p:tagLst>
</file>

<file path=ppt/tags/tag288.xml><?xml version="1.0" encoding="utf-8"?>
<p:tagLst xmlns:p="http://schemas.openxmlformats.org/presentationml/2006/main">
  <p:tag name="KSO_WM_BEAUTIFY_FLAG" val="#wm#"/>
  <p:tag name="KSO_WM_UNIT_INDEX" val="1"/>
  <p:tag name="KSO_WM_UNIT_SUBTYPE" val="c"/>
  <p:tag name="KSO_WM_UNIT_TYPE" val="f"/>
  <p:tag name="KSO_WM_FIGMA_FLAG" val="#fgm#"/>
  <p:tag name="KSO_WM_TEMPLATE_CATEGORY" val="custom"/>
  <p:tag name="KSO_WM_TEMPLATE_INDEX" val="40494635"/>
  <p:tag name="KSO_WM_UNIT_LAYERLEVEL" val="1"/>
  <p:tag name="KSO_WM_UNIT_ID" val="custom40494635_1*f*1"/>
  <p:tag name="KSO_WM_TAG_VERSION" val="3.0"/>
  <p:tag name="KSO_WM_UNIT_TEXT_LAYER_COUNT" val="1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289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TEMPLATE_CATEGORY" val="custom"/>
  <p:tag name="KSO_WM_TEMPLATE_INDEX" val="40494635"/>
  <p:tag name="KSO_WM_UNIT_LAYERLEVEL" val="1"/>
  <p:tag name="KSO_WM_UNIT_ID" val="custom40494635_1*a*1"/>
  <p:tag name="KSO_WM_TAG_VERSION" val="3.0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290.xml><?xml version="1.0" encoding="utf-8"?>
<p:tagLst xmlns:p="http://schemas.openxmlformats.org/presentationml/2006/main">
  <p:tag name="KSO_WM_BEAUTIFY_FLAG" val="#wm#"/>
  <p:tag name="KSO_WM_UNIT_INDEX" val="2"/>
  <p:tag name="KSO_WM_UNIT_SUBTYPE" val="b"/>
  <p:tag name="KSO_WM_UNIT_TYPE" val="f"/>
  <p:tag name="KSO_WM_FIGMA_FLAG" val="#fgm#"/>
  <p:tag name="KSO_WM_TEMPLATE_CATEGORY" val="custom"/>
  <p:tag name="KSO_WM_TEMPLATE_INDEX" val="40494635"/>
  <p:tag name="KSO_WM_UNIT_LAYERLEVEL" val="1"/>
  <p:tag name="KSO_WM_UNIT_ID" val="custom40494635_1*f*2"/>
  <p:tag name="KSO_WM_TAG_VERSION" val="3.0"/>
  <p:tag name="KSO_WM_UNIT_TEXT_LAYER_COUNT" val="1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291.xml><?xml version="1.0" encoding="utf-8"?>
<p:tagLst xmlns:p="http://schemas.openxmlformats.org/presentationml/2006/main">
  <p:tag name="KSO_WM_FIGMA_LIMIT" val=""/>
  <p:tag name="KSO_WM_FIGMA_SLIDE_GROUP" val="1"/>
  <p:tag name="KSO_WM_SLIDE_TYPE" val="title"/>
  <p:tag name="KSO_WM_TEMPLATE_SUBCATEGORY" val="29"/>
  <p:tag name="KSO_WM_TAG_VERSION" val="3.0"/>
  <p:tag name="KSO_WM_TEMPLATE_CATEGORY" val="custom"/>
  <p:tag name="KSO_WM_TEMPLATE_INDEX" val="40494635"/>
  <p:tag name="KSO_WM_SLIDE_ID" val="custom40494635_1"/>
  <p:tag name="KSO_WM_TEMPLATE_MASTER_TYPE" val="0"/>
  <p:tag name="KSO_WM_TEMPLATE_COLOR_TYPE" val="0"/>
  <p:tag name="KSO_WM_SLIDE_ITEM_CNT" val="0"/>
  <p:tag name="KSO_WM_SLIDE_INDEX" val="1"/>
  <p:tag name="KSO_WM_BEAUTIFY_FLAG" val="#wm#"/>
  <p:tag name="KSO_WM_SLIDE_LAYOUT" val="a_f"/>
  <p:tag name="KSO_WM_SLIDE_LAYOUT_CNT" val="1_2"/>
</p:tagLst>
</file>

<file path=ppt/tags/tag292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EXT_TYPE" val="1"/>
  <p:tag name="KSO_WM_UNIT_TYPE" val="b"/>
</p:tagLst>
</file>

<file path=ppt/tags/tag293.xml><?xml version="1.0" encoding="utf-8"?>
<p:tagLst xmlns:p="http://schemas.openxmlformats.org/presentationml/2006/main">
  <p:tag name="KSO_WM_BEAUTIFY_FLAG" val="#wm#"/>
  <p:tag name="KSO_WM_FIGMA_FLAG" val="#fgm#"/>
  <p:tag name="KSO_WM_UNIT_INDEX" val="1"/>
  <p:tag name="KSO_WM_UNIT_TEXT_TYPE" val="1"/>
  <p:tag name="KSO_WM_UNIT_TYPE" val="a"/>
  <p:tag name="KSO_WM_LAYOUT_CHECK_HASH" val="5140653e1365e78b8e7250ed0dd1be25ff97797e"/>
  <p:tag name="KSO_WM_NEWLAYOUT_GROUP_ID" val="layout_1-5"/>
  <p:tag name="KSO_WM_NEWLAYOUT_ID" val="slide_cea45c27deb23863"/>
</p:tagLst>
</file>

<file path=ppt/tags/tag29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SUBTYPE" val="d"/>
  <p:tag name="KSO_WM_UNIT_TYPE" val="l_h_i"/>
  <p:tag name="KSO_WM_UNIT_PRESET_TEXT" val="01"/>
  <p:tag name="KSO_WM_SLIDE_FIGMA_DIAGRAM" val="1"/>
</p:tagLst>
</file>

<file path=ppt/tags/tag295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2"/>
  <p:tag name="KSO_WM_UNIT_TYPE" val="l_h_i"/>
  <p:tag name="KSO_WM_UNIT_PRESET_TEXT" val=" "/>
  <p:tag name="KSO_WM_SLIDE_FIGMA_DIAGRAM" val="1"/>
</p:tagLst>
</file>

<file path=ppt/tags/tag29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  <p:tag name="KSO_WM_SLIDE_FIGMA_DIAGRAM" val="1"/>
</p:tagLst>
</file>

<file path=ppt/tags/tag29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SUBTYPE" val="d"/>
  <p:tag name="KSO_WM_UNIT_TYPE" val="l_h_i"/>
  <p:tag name="KSO_WM_UNIT_PRESET_TEXT" val="02"/>
  <p:tag name="KSO_WM_SLIDE_FIGMA_DIAGRAM" val="1"/>
</p:tagLst>
</file>

<file path=ppt/tags/tag298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2"/>
  <p:tag name="KSO_WM_UNIT_TYPE" val="l_h_i"/>
  <p:tag name="KSO_WM_UNIT_PRESET_TEXT" val=" "/>
  <p:tag name="KSO_WM_SLIDE_FIGMA_DIAGRAM" val="1"/>
</p:tagLst>
</file>

<file path=ppt/tags/tag29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  <p:tag name="KSO_WM_SLIDE_FIGMA_DIAGRAM" val="1"/>
</p:tagLst>
</file>

<file path=ppt/tags/tag30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SUBTYPE" val="d"/>
  <p:tag name="KSO_WM_UNIT_TYPE" val="l_h_i"/>
  <p:tag name="KSO_WM_UNIT_PRESET_TEXT" val="03"/>
  <p:tag name="KSO_WM_SLIDE_FIGMA_DIAGRAM" val="1"/>
</p:tagLst>
</file>

<file path=ppt/tags/tag301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2"/>
  <p:tag name="KSO_WM_UNIT_TYPE" val="l_h_i"/>
  <p:tag name="KSO_WM_UNIT_PRESET_TEXT" val=" "/>
  <p:tag name="KSO_WM_SLIDE_FIGMA_DIAGRAM" val="1"/>
</p:tagLst>
</file>

<file path=ppt/tags/tag30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此处添加项标题"/>
  <p:tag name="KSO_WM_SLIDE_FIGMA_DIAGRAM" val="1"/>
</p:tagLst>
</file>

<file path=ppt/tags/tag30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SUBTYPE" val="d"/>
  <p:tag name="KSO_WM_UNIT_TYPE" val="l_h_i"/>
  <p:tag name="KSO_WM_UNIT_PRESET_TEXT" val="04"/>
  <p:tag name="KSO_WM_SLIDE_FIGMA_DIAGRAM" val="1"/>
</p:tagLst>
</file>

<file path=ppt/tags/tag304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4_2"/>
  <p:tag name="KSO_WM_UNIT_TYPE" val="l_h_i"/>
  <p:tag name="KSO_WM_UNIT_PRESET_TEXT" val=" "/>
  <p:tag name="KSO_WM_SLIDE_FIGMA_DIAGRAM" val="1"/>
</p:tagLst>
</file>

<file path=ppt/tags/tag30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  <p:tag name="KSO_WM_UNIT_PRESET_TEXT" val="单击此处添加项标题"/>
  <p:tag name="KSO_WM_SLIDE_FIGMA_DIAGRAM" val="1"/>
</p:tagLst>
</file>

<file path=ppt/tags/tag30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5_1"/>
  <p:tag name="KSO_WM_UNIT_SUBTYPE" val="d"/>
  <p:tag name="KSO_WM_UNIT_TYPE" val="l_h_i"/>
  <p:tag name="KSO_WM_UNIT_PRESET_TEXT" val="05"/>
  <p:tag name="KSO_WM_SLIDE_FIGMA_DIAGRAM" val="1"/>
</p:tagLst>
</file>

<file path=ppt/tags/tag307.xml><?xml version="1.0" encoding="utf-8"?>
<p:tagLst xmlns:p="http://schemas.openxmlformats.org/presentationml/2006/main">
  <p:tag name="KSO_WM_FIGMA_DECORATION_INDEX" val="25"/>
  <p:tag name="$PH_EXT" val="2"/>
  <p:tag name="KSO_WM_BEAUTIFY_FLAG" val="#fgm#"/>
  <p:tag name="KSO_WM_DIAGRAM_GROUP_CODE" val="1"/>
  <p:tag name="KSO_WM_FIGMA_FLAG" val="#fgm#"/>
  <p:tag name="KSO_WM_SYNC_SLIDE_TEXT" val="1"/>
  <p:tag name="KSO_WM_UNIT_INDEX" val="1_5_2"/>
  <p:tag name="KSO_WM_UNIT_TYPE" val="l_h_i"/>
  <p:tag name="KSO_WM_UNIT_PRESET_TEXT" val=" "/>
  <p:tag name="KSO_WM_SLIDE_FIGMA_DIAGRAM" val="1"/>
</p:tagLst>
</file>

<file path=ppt/tags/tag30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5_1"/>
  <p:tag name="KSO_WM_UNIT_TYPE" val="l_h_a"/>
  <p:tag name="KSO_WM_UNIT_PRESET_TEXT" val="单击此处添加项标题"/>
  <p:tag name="KSO_WM_SLIDE_FIGMA_DIAGRAM" val="1"/>
</p:tagLst>
</file>

<file path=ppt/tags/tag309.xml><?xml version="1.0" encoding="utf-8"?>
<p:tagLst xmlns:p="http://schemas.openxmlformats.org/presentationml/2006/main">
  <p:tag name="KSO_WM_SLIDE_CONTENT_ORIENTATION" val=""/>
  <p:tag name="KSO_WM_SLIDE_HAS_MASK" val="0"/>
  <p:tag name="KSO_WM_SLIDE_ITEM_CNT" val="5"/>
  <p:tag name="KSO_WM_SLIDE_TYPE" val="contents"/>
  <p:tag name="KSO_WM_TEMPLATE_SUBCATEGORY" val="29"/>
  <p:tag name="KSO_WM_BEAUTIFY_FLAG" val="#wm#"/>
  <p:tag name="KSO_WM_TEMPLATE_FIGMA_ID" val="69796643695"/>
  <p:tag name="KSO_WM_TEMPLATE_SLIDE_ID" val="slide_cea45c27deb23863"/>
</p:tagLst>
</file>

<file path=ppt/tags/tag310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TEMPLATE_CATEGORY" val="custom"/>
  <p:tag name="KSO_WM_TEMPLATE_INDEX" val="40494635"/>
  <p:tag name="KSO_WM_UNIT_LAYERLEVEL" val="1"/>
  <p:tag name="KSO_WM_UNIT_ID" val="custom40494635_3*a*1"/>
  <p:tag name="KSO_WM_TAG_VERSION" val="3.0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311.xml><?xml version="1.0" encoding="utf-8"?>
<p:tagLst xmlns:p="http://schemas.openxmlformats.org/presentationml/2006/main">
  <p:tag name="KSO_WM_BEAUTIFY_FLAG" val="#wm#"/>
  <p:tag name="KSO_WM_UNIT_INDEX" val="1"/>
  <p:tag name="KSO_WM_UNIT_TYPE" val="e"/>
  <p:tag name="KSO_WM_UNIT_PRESET_TEXT" val="02"/>
  <p:tag name="KSO_WM_FIGMA_FLAG" val="#fgm#"/>
  <p:tag name="KSO_WM_TEMPLATE_CATEGORY" val="custom"/>
  <p:tag name="KSO_WM_TEMPLATE_INDEX" val="40494635"/>
  <p:tag name="KSO_WM_UNIT_LAYERLEVEL" val="1"/>
  <p:tag name="KSO_WM_UNIT_ID" val="custom40494635_3*e*1"/>
  <p:tag name="KSO_WM_TAG_VERSION" val="3.0"/>
  <p:tag name="KSO_WM_UNIT_NOCLEAR" val="0"/>
  <p:tag name="KSO_WM_UNIT_HIGHLIGHT" val="0"/>
  <p:tag name="KSO_WM_UNIT_COMPATIBLE" val="1"/>
  <p:tag name="KSO_WM_UNIT_DIAGRAM_ISNUMVISUAL" val="0"/>
  <p:tag name="KSO_WM_UNIT_DIAGRAM_ISREFERUNIT" val="0"/>
</p:tagLst>
</file>

<file path=ppt/tags/tag312.xml><?xml version="1.0" encoding="utf-8"?>
<p:tagLst xmlns:p="http://schemas.openxmlformats.org/presentationml/2006/main">
  <p:tag name="KSO_WM_FIGMA_LIMIT" val=""/>
  <p:tag name="KSO_WM_FIGMA_SLIDE_GROUP" val="1"/>
  <p:tag name="KSO_WM_SLIDE_TYPE" val="sectionTitle"/>
  <p:tag name="KSO_WM_TEMPLATE_SUBCATEGORY" val="29"/>
  <p:tag name="KSO_WM_TAG_VERSION" val="3.0"/>
  <p:tag name="KSO_WM_TEMPLATE_CATEGORY" val="custom"/>
  <p:tag name="KSO_WM_TEMPLATE_INDEX" val="40494635"/>
  <p:tag name="KSO_WM_SLIDE_ID" val="custom40494635_3"/>
  <p:tag name="KSO_WM_TEMPLATE_MASTER_TYPE" val="0"/>
  <p:tag name="KSO_WM_TEMPLATE_COLOR_TYPE" val="0"/>
  <p:tag name="KSO_WM_SLIDE_ITEM_CNT" val="0"/>
  <p:tag name="KSO_WM_SLIDE_INDEX" val="3"/>
  <p:tag name="KSO_WM_BEAUTIFY_FLAG" val="#wm#"/>
  <p:tag name="KSO_WM_SLIDE_LAYOUT" val="a_e"/>
  <p:tag name="KSO_WM_SLIDE_LAYOUT_CNT" val="1_1"/>
</p:tagLst>
</file>

<file path=ppt/tags/tag313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5e4721eae441a8d561f5033e5ec1ce10b4f0a0ec"/>
  <p:tag name="KSO_WM_NEWLAYOUT_GROUP_ID" val="layout_30"/>
  <p:tag name="KSO_WM_NEWLAYOUT_ID" val="slide_97e71a9c1fd50a82"/>
  <p:tag name="KSO_WM_UNIT_PRESET_TEXT" val="单击此处添加标题"/>
</p:tagLst>
</file>

<file path=ppt/tags/tag31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  <p:tag name="MH_PIC_SOURCE_TYPE" val="generate_slide_ai*{&quot;id&quot;:&quot;VCG41N1125909528&quot;,&quot;product_name&quot;:&quot;365wps-copilotchat-web&quot;,&quot;intention_code&quot;:&quot;365wps_cc_create_ppt&quot;}*gallery_gallery_3.0.8_prod*99c0b47075b50421155a254bfa080f8c-slide-3"/>
</p:tagLst>
</file>

<file path=ppt/tags/tag315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  <p:tag name="KSO_WM_UNIT_PRESET_TEXT" val=" "/>
</p:tagLst>
</file>

<file path=ppt/tags/tag31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31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318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  <p:tag name="KSO_WM_UNIT_PRESET_TEXT" val=" "/>
</p:tagLst>
</file>

<file path=ppt/tags/tag31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32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321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  <p:tag name="KSO_WM_UNIT_PRESET_TEXT" val=" "/>
</p:tagLst>
</file>

<file path=ppt/tags/tag32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此处添加项标题"/>
</p:tagLst>
</file>

<file path=ppt/tags/tag32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324.xml><?xml version="1.0" encoding="utf-8"?>
<p:tagLst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43695"/>
  <p:tag name="KSO_WM_TEMPLATE_SLIDE_ID" val="slide_97e71a9c1fd50a82"/>
</p:tagLst>
</file>

<file path=ppt/tags/tag32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95b75e5c2d2a03effb743fa88499dc4001a4e022"/>
  <p:tag name="KSO_WM_NEWLAYOUT_GROUP_ID" val="layout_2"/>
  <p:tag name="KSO_WM_NEWLAYOUT_ID" val="slide_250f5b83123f6923"/>
  <p:tag name="KSO_WM_UNIT_PRESET_TEXT" val="单击此处添加标题"/>
</p:tagLst>
</file>

<file path=ppt/tags/tag32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  <p:tag name="KSO_WM_UNIT_PRESET_TEXT" val=" "/>
</p:tagLst>
</file>

<file path=ppt/tags/tag32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  <p:tag name="MH_PIC_SOURCE_TYPE" val="generate_slide_ai*{&quot;id&quot;:&quot;VCG41N1125909528&quot;,&quot;product_name&quot;:&quot;365wps-copilotchat-web&quot;,&quot;intention_code&quot;:&quot;365wps_cc_create_ppt&quot;}*gallery_gallery_3.0.8_prod*99c0b47075b50421155a254bfa080f8c-slide-4"/>
</p:tagLst>
</file>

<file path=ppt/tags/tag32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32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330.xml><?xml version="1.0" encoding="utf-8"?>
<p:tagLst xmlns:p="http://schemas.openxmlformats.org/presentationml/2006/main">
  <p:tag name="KSO_WM_FIGMA_DECORATION_INDEX" val="17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  <p:tag name="KSO_WM_UNIT_PRESET_TEXT" val=" "/>
</p:tagLst>
</file>

<file path=ppt/tags/tag33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  <p:tag name="MH_PIC_SOURCE_TYPE" val="generate_slide_ai*{&quot;id&quot;:&quot;VCG41N2043823335&quot;,&quot;product_name&quot;:&quot;365wps-copilotchat-web&quot;,&quot;intention_code&quot;:&quot;365wps_cc_create_ppt&quot;}*gallery_fallback_3.0.8_prod*99c0b47075b50421155a254bfa080f8c-slide-4"/>
</p:tagLst>
</file>

<file path=ppt/tags/tag33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33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334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69796643695"/>
  <p:tag name="KSO_WM_TEMPLATE_SLIDE_ID" val="slide_250f5b83123f6923"/>
</p:tagLst>
</file>

<file path=ppt/tags/tag335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TEMPLATE_CATEGORY" val="custom"/>
  <p:tag name="KSO_WM_TEMPLATE_INDEX" val="40494635"/>
  <p:tag name="KSO_WM_UNIT_LAYERLEVEL" val="1"/>
  <p:tag name="KSO_WM_UNIT_ID" val="custom40494635_3*a*1"/>
  <p:tag name="KSO_WM_TAG_VERSION" val="3.0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336.xml><?xml version="1.0" encoding="utf-8"?>
<p:tagLst xmlns:p="http://schemas.openxmlformats.org/presentationml/2006/main">
  <p:tag name="KSO_WM_BEAUTIFY_FLAG" val="#wm#"/>
  <p:tag name="KSO_WM_UNIT_INDEX" val="1"/>
  <p:tag name="KSO_WM_UNIT_TYPE" val="e"/>
  <p:tag name="KSO_WM_UNIT_PRESET_TEXT" val="02"/>
  <p:tag name="KSO_WM_FIGMA_FLAG" val="#fgm#"/>
  <p:tag name="KSO_WM_TEMPLATE_CATEGORY" val="custom"/>
  <p:tag name="KSO_WM_TEMPLATE_INDEX" val="40494635"/>
  <p:tag name="KSO_WM_UNIT_LAYERLEVEL" val="1"/>
  <p:tag name="KSO_WM_UNIT_ID" val="custom40494635_3*e*1"/>
  <p:tag name="KSO_WM_TAG_VERSION" val="3.0"/>
  <p:tag name="KSO_WM_UNIT_NOCLEAR" val="0"/>
  <p:tag name="KSO_WM_UNIT_HIGHLIGHT" val="0"/>
  <p:tag name="KSO_WM_UNIT_COMPATIBLE" val="1"/>
  <p:tag name="KSO_WM_UNIT_DIAGRAM_ISNUMVISUAL" val="0"/>
  <p:tag name="KSO_WM_UNIT_DIAGRAM_ISREFERUNIT" val="0"/>
</p:tagLst>
</file>

<file path=ppt/tags/tag337.xml><?xml version="1.0" encoding="utf-8"?>
<p:tagLst xmlns:p="http://schemas.openxmlformats.org/presentationml/2006/main">
  <p:tag name="KSO_WM_FIGMA_LIMIT" val=""/>
  <p:tag name="KSO_WM_FIGMA_SLIDE_GROUP" val="1"/>
  <p:tag name="KSO_WM_SLIDE_TYPE" val="sectionTitle"/>
  <p:tag name="KSO_WM_TEMPLATE_SUBCATEGORY" val="29"/>
  <p:tag name="KSO_WM_TAG_VERSION" val="3.0"/>
  <p:tag name="KSO_WM_TEMPLATE_CATEGORY" val="custom"/>
  <p:tag name="KSO_WM_TEMPLATE_INDEX" val="40494635"/>
  <p:tag name="KSO_WM_SLIDE_ID" val="custom40494635_3"/>
  <p:tag name="KSO_WM_TEMPLATE_MASTER_TYPE" val="0"/>
  <p:tag name="KSO_WM_TEMPLATE_COLOR_TYPE" val="0"/>
  <p:tag name="KSO_WM_SLIDE_ITEM_CNT" val="0"/>
  <p:tag name="KSO_WM_SLIDE_INDEX" val="3"/>
  <p:tag name="KSO_WM_BEAUTIFY_FLAG" val="#wm#"/>
  <p:tag name="KSO_WM_SLIDE_LAYOUT" val="a_e"/>
  <p:tag name="KSO_WM_SLIDE_LAYOUT_CNT" val="1_1"/>
</p:tagLst>
</file>

<file path=ppt/tags/tag33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ee3b1a53c171a2c480e0f20b1cdca8a6a8fa7e9"/>
  <p:tag name="KSO_WM_NEWLAYOUT_GROUP_ID" val="layout_6"/>
  <p:tag name="KSO_WM_NEWLAYOUT_ID" val="slide_eed479e195e559c9"/>
  <p:tag name="KSO_WM_UNIT_PRESET_TEXT" val="单击此处添加标题"/>
</p:tagLst>
</file>

<file path=ppt/tags/tag339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  <p:tag name="MH_PIC_SOURCE_TYPE" val="generate_slide_ai*{&quot;id&quot;:&quot;VCG41N2195796300&quot;,&quot;product_name&quot;:&quot;365wps-copilotchat-web&quot;,&quot;intention_code&quot;:&quot;365wps_cc_create_ppt&quot;}*gallery_fallback_3.0.8_prod*99c0b47075b50421155a254bfa080f8c-slide-6"/>
</p:tagLst>
</file>

<file path=ppt/tags/tag340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  <p:tag name="KSO_WM_UNIT_PRESET_TEXT" val=" "/>
</p:tagLst>
</file>

<file path=ppt/tags/tag34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34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343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  <p:tag name="KSO_WM_UNIT_PRESET_TEXT" val=" "/>
</p:tagLst>
</file>

<file path=ppt/tags/tag34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34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346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69796643695"/>
  <p:tag name="KSO_WM_TEMPLATE_SLIDE_ID" val="slide_eed479e195e559c9"/>
</p:tagLst>
</file>

<file path=ppt/tags/tag34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f1f5a931add23db888025e7afbc2cd5363d3a5ae"/>
  <p:tag name="KSO_WM_NEWLAYOUT_GROUP_ID" val="layout_34"/>
  <p:tag name="KSO_WM_NEWLAYOUT_ID" val="slide_03445187354e35ec"/>
  <p:tag name="KSO_WM_UNIT_PRESET_TEXT" val="单击此处添加标题"/>
</p:tagLst>
</file>

<file path=ppt/tags/tag34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  <p:tag name="MH_PIC_SOURCE_TYPE" val="generate_slide_ai*{&quot;id&quot;:&quot;VCG41N1420486742&quot;,&quot;product_name&quot;:&quot;365wps-copilotchat-web&quot;,&quot;intention_code&quot;:&quot;365wps_cc_create_ppt&quot;}*gallery_gallery_3.0.8_prod*99c0b47075b50421155a254bfa080f8c-slide-7"/>
</p:tagLst>
</file>

<file path=ppt/tags/tag34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35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35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  <p:tag name="MH_PIC_SOURCE_TYPE" val="generate_slide_ai*{&quot;id&quot;:&quot;VCG41N2244284386&quot;,&quot;product_name&quot;:&quot;365wps-copilotchat-web&quot;,&quot;intention_code&quot;:&quot;365wps_cc_create_ppt&quot;}*gallery_fallback_3.0.8_prod*99c0b47075b50421155a254bfa080f8c-slide-7"/>
</p:tagLst>
</file>

<file path=ppt/tags/tag35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35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354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69796643695"/>
  <p:tag name="KSO_WM_TEMPLATE_SLIDE_ID" val="slide_03445187354e35ec"/>
</p:tagLst>
</file>

<file path=ppt/tags/tag355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TEMPLATE_CATEGORY" val="custom"/>
  <p:tag name="KSO_WM_TEMPLATE_INDEX" val="40494635"/>
  <p:tag name="KSO_WM_UNIT_LAYERLEVEL" val="1"/>
  <p:tag name="KSO_WM_UNIT_ID" val="custom40494635_3*a*1"/>
  <p:tag name="KSO_WM_TAG_VERSION" val="3.0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356.xml><?xml version="1.0" encoding="utf-8"?>
<p:tagLst xmlns:p="http://schemas.openxmlformats.org/presentationml/2006/main">
  <p:tag name="KSO_WM_BEAUTIFY_FLAG" val="#wm#"/>
  <p:tag name="KSO_WM_UNIT_INDEX" val="1"/>
  <p:tag name="KSO_WM_UNIT_TYPE" val="e"/>
  <p:tag name="KSO_WM_UNIT_PRESET_TEXT" val="02"/>
  <p:tag name="KSO_WM_FIGMA_FLAG" val="#fgm#"/>
  <p:tag name="KSO_WM_TEMPLATE_CATEGORY" val="custom"/>
  <p:tag name="KSO_WM_TEMPLATE_INDEX" val="40494635"/>
  <p:tag name="KSO_WM_UNIT_LAYERLEVEL" val="1"/>
  <p:tag name="KSO_WM_UNIT_ID" val="custom40494635_3*e*1"/>
  <p:tag name="KSO_WM_TAG_VERSION" val="3.0"/>
  <p:tag name="KSO_WM_UNIT_NOCLEAR" val="0"/>
  <p:tag name="KSO_WM_UNIT_HIGHLIGHT" val="0"/>
  <p:tag name="KSO_WM_UNIT_COMPATIBLE" val="1"/>
  <p:tag name="KSO_WM_UNIT_DIAGRAM_ISNUMVISUAL" val="0"/>
  <p:tag name="KSO_WM_UNIT_DIAGRAM_ISREFERUNIT" val="0"/>
</p:tagLst>
</file>

<file path=ppt/tags/tag357.xml><?xml version="1.0" encoding="utf-8"?>
<p:tagLst xmlns:p="http://schemas.openxmlformats.org/presentationml/2006/main">
  <p:tag name="KSO_WM_FIGMA_LIMIT" val=""/>
  <p:tag name="KSO_WM_FIGMA_SLIDE_GROUP" val="1"/>
  <p:tag name="KSO_WM_SLIDE_TYPE" val="sectionTitle"/>
  <p:tag name="KSO_WM_TEMPLATE_SUBCATEGORY" val="29"/>
  <p:tag name="KSO_WM_TAG_VERSION" val="3.0"/>
  <p:tag name="KSO_WM_TEMPLATE_CATEGORY" val="custom"/>
  <p:tag name="KSO_WM_TEMPLATE_INDEX" val="40494635"/>
  <p:tag name="KSO_WM_SLIDE_ID" val="custom40494635_3"/>
  <p:tag name="KSO_WM_TEMPLATE_MASTER_TYPE" val="0"/>
  <p:tag name="KSO_WM_TEMPLATE_COLOR_TYPE" val="0"/>
  <p:tag name="KSO_WM_SLIDE_ITEM_CNT" val="0"/>
  <p:tag name="KSO_WM_SLIDE_INDEX" val="3"/>
  <p:tag name="KSO_WM_BEAUTIFY_FLAG" val="#wm#"/>
  <p:tag name="KSO_WM_SLIDE_LAYOUT" val="a_e"/>
  <p:tag name="KSO_WM_SLIDE_LAYOUT_CNT" val="1_1"/>
</p:tagLst>
</file>

<file path=ppt/tags/tag35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f215cb7bee7d56f8e2ac5b4ffa6d09e28f3d4b4"/>
  <p:tag name="KSO_WM_NEWLAYOUT_GROUP_ID" val="layout_26"/>
  <p:tag name="KSO_WM_NEWLAYOUT_ID" val="slide_33b65c8d547e38d4"/>
  <p:tag name="KSO_WM_UNIT_PRESET_TEXT" val="单击此处添加标题"/>
</p:tagLst>
</file>

<file path=ppt/tags/tag359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  <p:tag name="KSO_WM_UNIT_PRESET_TEXT" val=" "/>
</p:tagLst>
</file>

<file path=ppt/tags/tag36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  <p:tag name="MH_PIC_SOURCE_TYPE" val="generate_slide_ai*{&quot;id&quot;:&quot;VCG41N1481351399&quot;,&quot;product_name&quot;:&quot;365wps-copilotchat-web&quot;,&quot;intention_code&quot;:&quot;365wps_cc_create_ppt&quot;}*gallery_gallery_3.0.8_prod*99c0b47075b50421155a254bfa080f8c-slide-9"/>
</p:tagLst>
</file>

<file path=ppt/tags/tag36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项标题"/>
</p:tagLst>
</file>

<file path=ppt/tags/tag36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36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  <p:tag name="KSO_WM_UNIT_PRESET_TEXT" val=" "/>
</p:tagLst>
</file>

<file path=ppt/tags/tag36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  <p:tag name="MH_PIC_SOURCE_TYPE" val="generate_slide_ai*{&quot;id&quot;:&quot;VCG41N2213859858&quot;,&quot;product_name&quot;:&quot;365wps-copilotchat-web&quot;,&quot;intention_code&quot;:&quot;365wps_cc_create_ppt&quot;}*gallery_fallback_3.0.8_prod*99c0b47075b50421155a254bfa080f8c-slide-9"/>
</p:tagLst>
</file>

<file path=ppt/tags/tag36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项标题"/>
</p:tagLst>
</file>

<file path=ppt/tags/tag36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36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  <p:tag name="KSO_WM_UNIT_PRESET_TEXT" val=" "/>
</p:tagLst>
</file>

<file path=ppt/tags/tag36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  <p:tag name="MH_PIC_SOURCE_TYPE" val="generate_slide_ai*{&quot;id&quot;:&quot;VCG41N2220171246&quot;,&quot;product_name&quot;:&quot;365wps-copilotchat-web&quot;,&quot;intention_code&quot;:&quot;365wps_cc_create_ppt&quot;}*gallery_fallback_3.0.8_prod*99c0b47075b50421155a254bfa080f8c-slide-9"/>
</p:tagLst>
</file>

<file path=ppt/tags/tag36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项标题"/>
</p:tagLst>
</file>

<file path=ppt/tags/tag37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371.xml><?xml version="1.0" encoding="utf-8"?>
<p:tagLst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43695"/>
  <p:tag name="KSO_WM_TEMPLATE_SLIDE_ID" val="slide_33b65c8d547e38d4"/>
</p:tagLst>
</file>

<file path=ppt/tags/tag372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d72a066514564f55c7c5a33e5c717d2c0e8c3fdb"/>
  <p:tag name="KSO_WM_NEWLAYOUT_GROUP_ID" val="layout_53"/>
  <p:tag name="KSO_WM_NEWLAYOUT_ID" val="slide_76713c4037f02356"/>
  <p:tag name="KSO_WM_UNIT_PRESET_TEXT" val="单击此处添加标题"/>
</p:tagLst>
</file>

<file path=ppt/tags/tag37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  <p:tag name="KSO_WM_UNIT_PRESET_TEXT" val=" "/>
</p:tagLst>
</file>

<file path=ppt/tags/tag37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  <p:tag name="MH_PIC_SOURCE_TYPE" val="generate_slide_ai*{&quot;id&quot;:&quot;VCG41N2235462604&quot;,&quot;product_name&quot;:&quot;365wps-copilotchat-web&quot;,&quot;intention_code&quot;:&quot;365wps_cc_create_ppt&quot;}*gallery_fallback_3.0.8_prod*99c0b47075b50421155a254bfa080f8c-slide-10"/>
</p:tagLst>
</file>

<file path=ppt/tags/tag37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项标题"/>
</p:tagLst>
</file>

<file path=ppt/tags/tag37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37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  <p:tag name="KSO_WM_UNIT_PRESET_TEXT" val=" "/>
</p:tagLst>
</file>

<file path=ppt/tags/tag37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  <p:tag name="MH_PIC_SOURCE_TYPE" val="generate_slide_ai*{&quot;id&quot;:&quot;VCG41N1481351399&quot;,&quot;product_name&quot;:&quot;365wps-copilotchat-web&quot;,&quot;intention_code&quot;:&quot;365wps_cc_create_ppt&quot;}*gallery_gallery_3.0.8_prod*99c0b47075b50421155a254bfa080f8c-slide-10"/>
</p:tagLst>
</file>

<file path=ppt/tags/tag37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项标题"/>
</p:tagLst>
</file>

<file path=ppt/tags/tag38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381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  <p:tag name="KSO_WM_UNIT_PRESET_TEXT" val=" "/>
</p:tagLst>
</file>

<file path=ppt/tags/tag38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  <p:tag name="MH_PIC_SOURCE_TYPE" val="generate_slide_ai*{&quot;id&quot;:&quot;VCG41N2219332438&quot;,&quot;product_name&quot;:&quot;365wps-copilotchat-web&quot;,&quot;intention_code&quot;:&quot;365wps_cc_create_ppt&quot;}*gallery_fallback_3.0.8_prod*99c0b47075b50421155a254bfa080f8c-slide-10"/>
</p:tagLst>
</file>

<file path=ppt/tags/tag38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项标题"/>
</p:tagLst>
</file>

<file path=ppt/tags/tag38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385.xml><?xml version="1.0" encoding="utf-8"?>
<p:tagLst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43695"/>
  <p:tag name="KSO_WM_TEMPLATE_SLIDE_ID" val="slide_76713c4037f02356"/>
</p:tagLst>
</file>

<file path=ppt/tags/tag386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9436740efaca2ab6394a22ad2d79806515e42f1"/>
  <p:tag name="KSO_WM_NEWLAYOUT_GROUP_ID" val="layout_60"/>
  <p:tag name="KSO_WM_NEWLAYOUT_ID" val="slide_7a497b07d3397511"/>
  <p:tag name="KSO_WM_UNIT_PRESET_TEXT" val="单击此处添加标题"/>
</p:tagLst>
</file>

<file path=ppt/tags/tag38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  <p:tag name="MH_PIC_SOURCE_TYPE" val="generate_slide_ai*{&quot;id&quot;:&quot;VCG41N2234925072&quot;,&quot;product_name&quot;:&quot;365wps-copilotchat-web&quot;,&quot;intention_code&quot;:&quot;365wps_cc_create_ppt&quot;}*gallery_fallback_3.0.8_prod*99c0b47075b50421155a254bfa080f8c-slide-11"/>
</p:tagLst>
</file>

<file path=ppt/tags/tag388.xml><?xml version="1.0" encoding="utf-8"?>
<p:tagLst xmlns:p="http://schemas.openxmlformats.org/presentationml/2006/main">
  <p:tag name="KSO_WM_FIGMA_DECORATION_INDEX" val="18_contentModel"/>
  <p:tag name="$PH_EXT" val="2"/>
  <p:tag name="KSO_WM_BEAUTIFY_FLAG" val="#fgm#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"/>
  <p:tag name="KSO_WM_UNIT_TYPE" val="l_i"/>
  <p:tag name="KSO_WM_UNIT_PRESET_TEXT" val=" "/>
</p:tagLst>
</file>

<file path=ppt/tags/tag38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39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39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39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393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69796643695"/>
  <p:tag name="KSO_WM_TEMPLATE_SLIDE_ID" val="slide_7a497b07d3397511"/>
</p:tagLst>
</file>

<file path=ppt/tags/tag394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TEMPLATE_CATEGORY" val="custom"/>
  <p:tag name="KSO_WM_TEMPLATE_INDEX" val="40494635"/>
  <p:tag name="KSO_WM_UNIT_LAYERLEVEL" val="1"/>
  <p:tag name="KSO_WM_UNIT_ID" val="custom40494635_3*a*1"/>
  <p:tag name="KSO_WM_TAG_VERSION" val="3.0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395.xml><?xml version="1.0" encoding="utf-8"?>
<p:tagLst xmlns:p="http://schemas.openxmlformats.org/presentationml/2006/main">
  <p:tag name="KSO_WM_BEAUTIFY_FLAG" val="#wm#"/>
  <p:tag name="KSO_WM_UNIT_INDEX" val="1"/>
  <p:tag name="KSO_WM_UNIT_TYPE" val="e"/>
  <p:tag name="KSO_WM_UNIT_PRESET_TEXT" val="02"/>
  <p:tag name="KSO_WM_FIGMA_FLAG" val="#fgm#"/>
  <p:tag name="KSO_WM_TEMPLATE_CATEGORY" val="custom"/>
  <p:tag name="KSO_WM_TEMPLATE_INDEX" val="40494635"/>
  <p:tag name="KSO_WM_UNIT_LAYERLEVEL" val="1"/>
  <p:tag name="KSO_WM_UNIT_ID" val="custom40494635_3*e*1"/>
  <p:tag name="KSO_WM_TAG_VERSION" val="3.0"/>
  <p:tag name="KSO_WM_UNIT_NOCLEAR" val="0"/>
  <p:tag name="KSO_WM_UNIT_HIGHLIGHT" val="0"/>
  <p:tag name="KSO_WM_UNIT_COMPATIBLE" val="1"/>
  <p:tag name="KSO_WM_UNIT_DIAGRAM_ISNUMVISUAL" val="0"/>
  <p:tag name="KSO_WM_UNIT_DIAGRAM_ISREFERUNIT" val="0"/>
</p:tagLst>
</file>

<file path=ppt/tags/tag396.xml><?xml version="1.0" encoding="utf-8"?>
<p:tagLst xmlns:p="http://schemas.openxmlformats.org/presentationml/2006/main">
  <p:tag name="KSO_WM_FIGMA_LIMIT" val=""/>
  <p:tag name="KSO_WM_FIGMA_SLIDE_GROUP" val="1"/>
  <p:tag name="KSO_WM_SLIDE_TYPE" val="sectionTitle"/>
  <p:tag name="KSO_WM_TEMPLATE_SUBCATEGORY" val="29"/>
  <p:tag name="KSO_WM_TAG_VERSION" val="3.0"/>
  <p:tag name="KSO_WM_TEMPLATE_CATEGORY" val="custom"/>
  <p:tag name="KSO_WM_TEMPLATE_INDEX" val="40494635"/>
  <p:tag name="KSO_WM_SLIDE_ID" val="custom40494635_3"/>
  <p:tag name="KSO_WM_TEMPLATE_MASTER_TYPE" val="0"/>
  <p:tag name="KSO_WM_TEMPLATE_COLOR_TYPE" val="0"/>
  <p:tag name="KSO_WM_SLIDE_ITEM_CNT" val="0"/>
  <p:tag name="KSO_WM_SLIDE_INDEX" val="3"/>
  <p:tag name="KSO_WM_BEAUTIFY_FLAG" val="#wm#"/>
  <p:tag name="KSO_WM_SLIDE_LAYOUT" val="a_e"/>
  <p:tag name="KSO_WM_SLIDE_LAYOUT_CNT" val="1_1"/>
</p:tagLst>
</file>

<file path=ppt/tags/tag39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d7c816e72af276d627d0a329713d5d3c5073e86"/>
  <p:tag name="KSO_WM_NEWLAYOUT_GROUP_ID" val="layout_10012"/>
  <p:tag name="KSO_WM_NEWLAYOUT_ID" val="slide_1b601487e8903dfa"/>
  <p:tag name="KSO_WM_UNIT_PRESET_TEXT" val="单击此处添加标题"/>
</p:tagLst>
</file>

<file path=ppt/tags/tag39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  <p:tag name="MH_PIC_SOURCE_TYPE" val="generate_slide_ai*{&quot;id&quot;:&quot;VCG41N2236044951&quot;,&quot;product_name&quot;:&quot;365wps-copilotchat-web&quot;,&quot;intention_code&quot;:&quot;365wps_cc_create_ppt&quot;}*gallery_fallback_3.0.8_prod*99c0b47075b50421155a254bfa080f8c-slide-13"/>
</p:tagLst>
</file>

<file path=ppt/tags/tag39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40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40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40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40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单击此处添加项标题"/>
</p:tagLst>
</file>

<file path=ppt/tags/tag40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405.xml><?xml version="1.0" encoding="utf-8"?>
<p:tagLst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43695"/>
  <p:tag name="KSO_WM_TEMPLATE_SLIDE_ID" val="slide_1b601487e8903dfa"/>
</p:tagLst>
</file>

<file path=ppt/tags/tag406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5a5c21e7f28e2614ba88d610ec5eee94cc3975b3"/>
  <p:tag name="KSO_WM_NEWLAYOUT_GROUP_ID" val="layout_31"/>
  <p:tag name="KSO_WM_NEWLAYOUT_ID" val="slide_f0d6b2b67c5ac978"/>
  <p:tag name="KSO_WM_UNIT_PRESET_TEXT" val="单击此处添加标题"/>
</p:tagLst>
</file>

<file path=ppt/tags/tag40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  <p:tag name="KSO_WM_UNIT_PRESET_TEXT" val=" "/>
</p:tagLst>
</file>

<file path=ppt/tags/tag40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  <p:tag name="MH_PIC_SOURCE_TYPE" val="generate_slide_ai*{&quot;id&quot;:&quot;VCG41N2230587648&quot;,&quot;product_name&quot;:&quot;365wps-copilotchat-web&quot;,&quot;intention_code&quot;:&quot;365wps_cc_create_ppt&quot;}*gallery_fallback_3.0.8_prod*99c0b47075b50421155a254bfa080f8c-slide-14"/>
</p:tagLst>
</file>

<file path=ppt/tags/tag40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项标题"/>
</p:tagLst>
</file>

<file path=ppt/tags/tag4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411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  <p:tag name="KSO_WM_UNIT_PRESET_TEXT" val=" "/>
</p:tagLst>
</file>

<file path=ppt/tags/tag41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  <p:tag name="MH_PIC_SOURCE_TYPE" val="generate_slide_ai*{&quot;id&quot;:&quot;VCG41N2237521827&quot;,&quot;product_name&quot;:&quot;365wps-copilotchat-web&quot;,&quot;intention_code&quot;:&quot;365wps_cc_create_ppt&quot;}*gallery_fallback_3.0.8_prod*99c0b47075b50421155a254bfa080f8c-slide-14"/>
</p:tagLst>
</file>

<file path=ppt/tags/tag41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项标题"/>
</p:tagLst>
</file>

<file path=ppt/tags/tag41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415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  <p:tag name="KSO_WM_UNIT_PRESET_TEXT" val=" "/>
</p:tagLst>
</file>

<file path=ppt/tags/tag41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  <p:tag name="MH_PIC_SOURCE_TYPE" val="generate_slide_ai*{&quot;id&quot;:&quot;VCG41N1481351399&quot;,&quot;product_name&quot;:&quot;365wps-copilotchat-web&quot;,&quot;intention_code&quot;:&quot;365wps_cc_create_ppt&quot;}*gallery_gallery_3.0.8_prod*99c0b47075b50421155a254bfa080f8c-slide-14"/>
</p:tagLst>
</file>

<file path=ppt/tags/tag41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  <p:tag name="KSO_WM_UNIT_PRESET_TEXT" val="项标题"/>
</p:tagLst>
</file>

<file path=ppt/tags/tag41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  <p:tag name="KSO_WM_UNIT_PRESET_TEXT" val="单击此处添加项正文"/>
</p:tagLst>
</file>

<file path=ppt/tags/tag419.xml><?xml version="1.0" encoding="utf-8"?>
<p:tagLst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FIGMA_ID" val="69796643695"/>
  <p:tag name="KSO_WM_TEMPLATE_SLIDE_ID" val="slide_f0d6b2b67c5ac978"/>
</p:tagLst>
</file>

<file path=ppt/tags/tag420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TEMPLATE_CATEGORY" val="custom"/>
  <p:tag name="KSO_WM_TEMPLATE_INDEX" val="40494635"/>
  <p:tag name="KSO_WM_UNIT_LAYERLEVEL" val="1"/>
  <p:tag name="KSO_WM_UNIT_ID" val="custom40494635_3*a*1"/>
  <p:tag name="KSO_WM_TAG_VERSION" val="3.0"/>
  <p:tag name="KSO_WM_UNIT_ISCONTENTSTITLE" val="0"/>
  <p:tag name="KSO_WM_UNIT_ISNUMDGMTITLE" val="0"/>
  <p:tag name="KSO_WM_UNIT_PRESET_TEXT_INDEX" val="-1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</p:tagLst>
</file>

<file path=ppt/tags/tag421.xml><?xml version="1.0" encoding="utf-8"?>
<p:tagLst xmlns:p="http://schemas.openxmlformats.org/presentationml/2006/main">
  <p:tag name="KSO_WM_BEAUTIFY_FLAG" val="#wm#"/>
  <p:tag name="KSO_WM_UNIT_INDEX" val="1"/>
  <p:tag name="KSO_WM_UNIT_TYPE" val="e"/>
  <p:tag name="KSO_WM_UNIT_PRESET_TEXT" val="02"/>
  <p:tag name="KSO_WM_FIGMA_FLAG" val="#fgm#"/>
  <p:tag name="KSO_WM_TEMPLATE_CATEGORY" val="custom"/>
  <p:tag name="KSO_WM_TEMPLATE_INDEX" val="40494635"/>
  <p:tag name="KSO_WM_UNIT_LAYERLEVEL" val="1"/>
  <p:tag name="KSO_WM_UNIT_ID" val="custom40494635_3*e*1"/>
  <p:tag name="KSO_WM_TAG_VERSION" val="3.0"/>
  <p:tag name="KSO_WM_UNIT_NOCLEAR" val="0"/>
  <p:tag name="KSO_WM_UNIT_HIGHLIGHT" val="0"/>
  <p:tag name="KSO_WM_UNIT_COMPATIBLE" val="1"/>
  <p:tag name="KSO_WM_UNIT_DIAGRAM_ISNUMVISUAL" val="0"/>
  <p:tag name="KSO_WM_UNIT_DIAGRAM_ISREFERUNIT" val="0"/>
</p:tagLst>
</file>

<file path=ppt/tags/tag422.xml><?xml version="1.0" encoding="utf-8"?>
<p:tagLst xmlns:p="http://schemas.openxmlformats.org/presentationml/2006/main">
  <p:tag name="KSO_WM_FIGMA_LIMIT" val=""/>
  <p:tag name="KSO_WM_FIGMA_SLIDE_GROUP" val="1"/>
  <p:tag name="KSO_WM_SLIDE_TYPE" val="sectionTitle"/>
  <p:tag name="KSO_WM_TEMPLATE_SUBCATEGORY" val="29"/>
  <p:tag name="KSO_WM_TAG_VERSION" val="3.0"/>
  <p:tag name="KSO_WM_TEMPLATE_CATEGORY" val="custom"/>
  <p:tag name="KSO_WM_TEMPLATE_INDEX" val="40494635"/>
  <p:tag name="KSO_WM_SLIDE_ID" val="custom40494635_3"/>
  <p:tag name="KSO_WM_TEMPLATE_MASTER_TYPE" val="0"/>
  <p:tag name="KSO_WM_TEMPLATE_COLOR_TYPE" val="0"/>
  <p:tag name="KSO_WM_SLIDE_ITEM_CNT" val="0"/>
  <p:tag name="KSO_WM_SLIDE_INDEX" val="3"/>
  <p:tag name="KSO_WM_BEAUTIFY_FLAG" val="#wm#"/>
  <p:tag name="KSO_WM_SLIDE_LAYOUT" val="a_e"/>
  <p:tag name="KSO_WM_SLIDE_LAYOUT_CNT" val="1_1"/>
</p:tagLst>
</file>

<file path=ppt/tags/tag423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d962b68a8b2e194c2243b3b449ee7e41848b346f"/>
  <p:tag name="KSO_WM_NEWLAYOUT_GROUP_ID" val="layout_61"/>
  <p:tag name="KSO_WM_NEWLAYOUT_ID" val="slide_1d1a3637f7310336"/>
  <p:tag name="KSO_WM_UNIT_PRESET_TEXT" val="单击此处添加标题"/>
</p:tagLst>
</file>

<file path=ppt/tags/tag42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  <p:tag name="MH_PIC_SOURCE_TYPE" val="generate_slide_ai*{&quot;id&quot;:&quot;VCG41N1481351399&quot;,&quot;product_name&quot;:&quot;365wps-copilotchat-web&quot;,&quot;intention_code&quot;:&quot;365wps_cc_create_ppt&quot;}*gallery_gallery_3.0.8_prod*99c0b47075b50421155a254bfa080f8c-slide-16"/>
</p:tagLst>
</file>

<file path=ppt/tags/tag425.xml><?xml version="1.0" encoding="utf-8"?>
<p:tagLst xmlns:p="http://schemas.openxmlformats.org/presentationml/2006/main">
  <p:tag name="KSO_WM_FIGMA_DECORATION_INDEX" val="17_contentModel"/>
  <p:tag name="$PH_EXT" val="2"/>
  <p:tag name="KSO_WM_BEAUTIFY_FLAG" val="#fgm#"/>
  <p:tag name="KSO_WM_FIGMA_FLAG" val="#fgm#"/>
  <p:tag name="KSO_WM_SYNC_SLIDE_TEXT" val="1"/>
  <p:tag name="KSO_WM_UNIT_INDEX" val="1_1"/>
  <p:tag name="KSO_WM_UNIT_TYPE" val="l_i"/>
  <p:tag name="KSO_WM_UNIT_PRESET_TEXT" val=" "/>
</p:tagLst>
</file>

<file path=ppt/tags/tag42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42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42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42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430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69796643695"/>
  <p:tag name="KSO_WM_TEMPLATE_SLIDE_ID" val="slide_1d1a3637f7310336"/>
</p:tagLst>
</file>

<file path=ppt/tags/tag43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0bd78e3edf11cfa3fc72a5c779a096a517f70bdf"/>
  <p:tag name="KSO_WM_NEWLAYOUT_GROUP_ID" val="layout_10014"/>
  <p:tag name="KSO_WM_NEWLAYOUT_ID" val="slide_504b870359682aa1"/>
  <p:tag name="KSO_WM_UNIT_PRESET_TEXT" val="单击此处添加标题"/>
</p:tagLst>
</file>

<file path=ppt/tags/tag43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  <p:tag name="MH_PIC_SOURCE_TYPE" val="generate_slide_ai*{&quot;id&quot;:&quot;VCG41N855872080&quot;,&quot;product_name&quot;:&quot;365wps-copilotchat-web&quot;,&quot;intention_code&quot;:&quot;365wps_cc_create_ppt&quot;}*gallery_gallery_3.0.8_prod*99c0b47075b50421155a254bfa080f8c-slide-17"/>
</p:tagLst>
</file>

<file path=ppt/tags/tag43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43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43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  <p:tag name="MH_PIC_SOURCE_TYPE" val="generate_slide_ai*{&quot;id&quot;:&quot;VCG41N2053370079&quot;,&quot;product_name&quot;:&quot;365wps-copilotchat-web&quot;,&quot;intention_code&quot;:&quot;365wps_cc_create_ppt&quot;}*gallery_fallback_3.0.8_prod*99c0b47075b50421155a254bfa080f8c-slide-17"/>
</p:tagLst>
</file>

<file path=ppt/tags/tag43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43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438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69796643695"/>
  <p:tag name="KSO_WM_TEMPLATE_SLIDE_ID" val="slide_504b870359682aa1"/>
</p:tagLst>
</file>

<file path=ppt/tags/tag439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12445398f7a899c9475f3f152437b65a3d0c6c1c"/>
  <p:tag name="KSO_WM_NEWLAYOUT_GROUP_ID" val="layout_39"/>
  <p:tag name="KSO_WM_NEWLAYOUT_ID" val="slide_5970346f41a9f824"/>
  <p:tag name="KSO_WM_UNIT_PRESET_TEXT" val="单击此处添加标题"/>
</p:tagLst>
</file>

<file path=ppt/tags/tag44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  <p:tag name="KSO_WM_UNIT_PRESET_TEXT" val=" "/>
</p:tagLst>
</file>

<file path=ppt/tags/tag441.xml><?xml version="1.0" encoding="utf-8"?>
<p:tagLst xmlns:p="http://schemas.openxmlformats.org/presentationml/2006/main">
  <p:tag name="KSO_WM_FIGMA_DECORATION_INDEX" val="1"/>
  <p:tag name="$PH_EXT" val="1"/>
  <p:tag name="KSO_WM_BEAUTIFY_FLAG" val="#fgm#"/>
  <p:tag name="KSO_WM_DIAGRAM_GROUP_CODE" val="1"/>
  <p:tag name="KSO_WM_FIGMA_FLAG" val="#fgm#"/>
  <p:tag name="KSO_WM_UNIT_INDEX" val="1_1_1"/>
  <p:tag name="KSO_WM_UNIT_TYPE" val="l_h_x"/>
</p:tagLst>
</file>

<file path=ppt/tags/tag44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  <p:tag name="KSO_WM_UNIT_PRESET_TEXT" val="单击此处添加项标题"/>
</p:tagLst>
</file>

<file path=ppt/tags/tag44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  <p:tag name="KSO_WM_UNIT_PRESET_TEXT" val="单击此处添加项正文"/>
</p:tagLst>
</file>

<file path=ppt/tags/tag444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dk2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  <p:tag name="KSO_WM_UNIT_PRESET_TEXT" val=" "/>
</p:tagLst>
</file>

<file path=ppt/tags/tag445.xml><?xml version="1.0" encoding="utf-8"?>
<p:tagLst xmlns:p="http://schemas.openxmlformats.org/presentationml/2006/main">
  <p:tag name="KSO_WM_FIGMA_DECORATION_INDEX" val="2"/>
  <p:tag name="$PH_EXT" val="1"/>
  <p:tag name="KSO_WM_BEAUTIFY_FLAG" val="#fgm#"/>
  <p:tag name="KSO_WM_DIAGRAM_GROUP_CODE" val="1"/>
  <p:tag name="KSO_WM_FIGMA_FLAG" val="#fgm#"/>
  <p:tag name="KSO_WM_UNIT_INDEX" val="1_2_1"/>
  <p:tag name="KSO_WM_UNIT_TYPE" val="l_h_x"/>
</p:tagLst>
</file>

<file path=ppt/tags/tag44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  <p:tag name="KSO_WM_UNIT_PRESET_TEXT" val="单击此处添加项标题"/>
</p:tagLst>
</file>

<file path=ppt/tags/tag44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  <p:tag name="KSO_WM_UNIT_PRESET_TEXT" val="单击此处添加项正文"/>
</p:tagLst>
</file>

<file path=ppt/tags/tag448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69796643695"/>
  <p:tag name="KSO_WM_TEMPLATE_SLIDE_ID" val="slide_5970346f41a9f824"/>
</p:tagLst>
</file>

<file path=ppt/tags/tag449.xml><?xml version="1.0" encoding="utf-8"?>
<p:tagLst xmlns:p="http://schemas.openxmlformats.org/presentationml/2006/main">
  <p:tag name="KSO_WM_BEAUTIFY_FLAG" val="#wm#"/>
  <p:tag name="KSO_WM_UNIT_INDEX" val="1"/>
  <p:tag name="KSO_WM_UNIT_TYPE" val="b"/>
  <p:tag name="KSO_WM_FIGMA_FLAG" val="#fgm#"/>
  <p:tag name="KSO_WM_TEMPLATE_CATEGORY" val="custom"/>
  <p:tag name="KSO_WM_TEMPLATE_INDEX" val="40494635"/>
  <p:tag name="KSO_WM_UNIT_LAYERLEVEL" val="1"/>
  <p:tag name="KSO_WM_UNIT_ID" val="custom40494635_5*b*1"/>
  <p:tag name="KSO_WM_TAG_VERSION" val="3.0"/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PRESET_TEXT" val="THE END"/>
</p:tagLst>
</file>

<file path=ppt/tags/tag450.xml><?xml version="1.0" encoding="utf-8"?>
<p:tagLst xmlns:p="http://schemas.openxmlformats.org/presentationml/2006/main">
  <p:tag name="KSO_WM_BEAUTIFY_FLAG" val="#wm#"/>
  <p:tag name="KSO_WM_UNIT_INDEX" val="1"/>
  <p:tag name="KSO_WM_UNIT_TYPE" val="a"/>
  <p:tag name="KSO_WM_FIGMA_FLAG" val="#fgm#"/>
  <p:tag name="KSO_WM_TEMPLATE_CATEGORY" val="custom"/>
  <p:tag name="KSO_WM_TEMPLATE_INDEX" val="40494635"/>
  <p:tag name="KSO_WM_UNIT_LAYERLEVEL" val="1"/>
  <p:tag name="KSO_WM_UNIT_ID" val="custom40494635_5*a*1"/>
  <p:tag name="KSO_WM_TAG_VERSION" val="3.0"/>
  <p:tag name="KSO_WM_UNIT_ISCONTENTSTITLE" val="0"/>
  <p:tag name="KSO_WM_UNIT_ISNUMDGMTITLE" val="0"/>
  <p:tag name="KSO_WM_UNIT_NOCLEAR" val="1"/>
  <p:tag name="KSO_WM_UNIT_HIGHLIGHT" val="0"/>
  <p:tag name="KSO_WM_UNIT_COMPATIBLE" val="0"/>
  <p:tag name="KSO_WM_UNIT_DIAGRAM_ISNUMVISUAL" val="0"/>
  <p:tag name="KSO_WM_UNIT_DIAGRAM_ISREFERUNIT" val="0"/>
  <p:tag name="KSO_WM_UNIT_PRESET_TEXT" val="谢谢观看"/>
</p:tagLst>
</file>

<file path=ppt/tags/tag451.xml><?xml version="1.0" encoding="utf-8"?>
<p:tagLst xmlns:p="http://schemas.openxmlformats.org/presentationml/2006/main">
  <p:tag name="KSO_WM_FIGMA_LIMIT" val=""/>
  <p:tag name="KSO_WM_FIGMA_SLIDE_GROUP" val="1"/>
  <p:tag name="KSO_WM_SLIDE_TYPE" val="endPage"/>
  <p:tag name="KSO_WM_TEMPLATE_SUBCATEGORY" val="29"/>
  <p:tag name="KSO_WM_TAG_VERSION" val="3.0"/>
  <p:tag name="KSO_WM_TEMPLATE_CATEGORY" val="custom"/>
  <p:tag name="KSO_WM_TEMPLATE_INDEX" val="40494635"/>
  <p:tag name="KSO_WM_SLIDE_ID" val="custom40494635_5"/>
  <p:tag name="KSO_WM_TEMPLATE_MASTER_TYPE" val="0"/>
  <p:tag name="KSO_WM_TEMPLATE_COLOR_TYPE" val="0"/>
  <p:tag name="KSO_WM_SLIDE_ITEM_CNT" val="0"/>
  <p:tag name="KSO_WM_SLIDE_INDEX" val="5"/>
  <p:tag name="KSO_WM_BEAUTIFY_FLAG" val="#wm#"/>
  <p:tag name="KSO_WM_SLIDE_LAYOUT" val="a_b"/>
  <p:tag name="KSO_WM_SLIDE_LAYOUT_CNT" val="1_1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spect">
      <a:majorFont>
        <a:latin typeface="微软雅黑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蓝色IT科技风主题">
  <a:themeElements>
    <a:clrScheme name="">
      <a:dk1>
        <a:srgbClr val="000000"/>
      </a:dk1>
      <a:lt1>
        <a:srgbClr val="FFFFFF"/>
      </a:lt1>
      <a:dk2>
        <a:srgbClr val="091128"/>
      </a:dk2>
      <a:lt2>
        <a:srgbClr val="EFEFEF"/>
      </a:lt2>
      <a:accent1>
        <a:srgbClr val="2F56C8"/>
      </a:accent1>
      <a:accent2>
        <a:srgbClr val="BB72FB"/>
      </a:accent2>
      <a:accent3>
        <a:srgbClr val="7280FB"/>
      </a:accent3>
      <a:accent4>
        <a:srgbClr val="00B5EE"/>
      </a:accent4>
      <a:accent5>
        <a:srgbClr val="643AF8"/>
      </a:accent5>
      <a:accent6>
        <a:srgbClr val="2538D9"/>
      </a:accent6>
      <a:hlink>
        <a:srgbClr val="00B5EE"/>
      </a:hlink>
      <a:folHlink>
        <a:srgbClr val="2F56C8"/>
      </a:folHlink>
    </a:clrScheme>
    <a:fontScheme name="自定义 24">
      <a:majorFont>
        <a:latin typeface="汉仪刚艺体-85W"/>
        <a:ea typeface="汉仪刚艺体-85W"/>
        <a:cs typeface=""/>
      </a:majorFont>
      <a:minorFont>
        <a:latin typeface="MiSans Normal"/>
        <a:ea typeface="MiSans Normal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蓝色IT科技风主题">
  <a:themeElements>
    <a:clrScheme name="">
      <a:dk1>
        <a:srgbClr val="000000"/>
      </a:dk1>
      <a:lt1>
        <a:srgbClr val="FFFFFF"/>
      </a:lt1>
      <a:dk2>
        <a:srgbClr val="102B3F"/>
      </a:dk2>
      <a:lt2>
        <a:srgbClr val="EFEFEF"/>
      </a:lt2>
      <a:accent1>
        <a:srgbClr val="0B95E5"/>
      </a:accent1>
      <a:accent2>
        <a:srgbClr val="BB72FB"/>
      </a:accent2>
      <a:accent3>
        <a:srgbClr val="7280FB"/>
      </a:accent3>
      <a:accent4>
        <a:srgbClr val="00B5EE"/>
      </a:accent4>
      <a:accent5>
        <a:srgbClr val="643AF8"/>
      </a:accent5>
      <a:accent6>
        <a:srgbClr val="2538D9"/>
      </a:accent6>
      <a:hlink>
        <a:srgbClr val="00B5EE"/>
      </a:hlink>
      <a:folHlink>
        <a:srgbClr val="2F56C8"/>
      </a:folHlink>
    </a:clrScheme>
    <a:fontScheme name="自定义 24">
      <a:majorFont>
        <a:latin typeface="汉仪刚艺体-85W"/>
        <a:ea typeface="汉仪刚艺体-85W"/>
        <a:cs typeface=""/>
      </a:majorFont>
      <a:minorFont>
        <a:latin typeface="MiSans Normal"/>
        <a:ea typeface="MiSans Normal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1613</Words>
  <Application>WPS 演示</Application>
  <PresentationFormat>宽屏</PresentationFormat>
  <Paragraphs>245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20</vt:i4>
      </vt:variant>
    </vt:vector>
  </HeadingPairs>
  <TitlesOfParts>
    <vt:vector size="32" baseType="lpstr">
      <vt:lpstr>Arial</vt:lpstr>
      <vt:lpstr>宋体</vt:lpstr>
      <vt:lpstr>Wingdings</vt:lpstr>
      <vt:lpstr>微软雅黑</vt:lpstr>
      <vt:lpstr>汉仪刚艺体-85W</vt:lpstr>
      <vt:lpstr>MiSans Normal</vt:lpstr>
      <vt:lpstr>Wingdings</vt:lpstr>
      <vt:lpstr>Arial Unicode MS</vt:lpstr>
      <vt:lpstr>Calibri</vt:lpstr>
      <vt:lpstr>Office 主题</vt:lpstr>
      <vt:lpstr>1_蓝色IT科技风主题</vt:lpstr>
      <vt:lpstr>2_蓝色IT科技风主题</vt:lpstr>
      <vt:lpstr>工业燃气轮机排放预测与运行参数智能优化系统课程设计汇报</vt:lpstr>
      <vt:lpstr>目录</vt:lpstr>
      <vt:lpstr>项目背景与设计目标</vt:lpstr>
      <vt:lpstr>研究背景与意义</vt:lpstr>
      <vt:lpstr>核心技术方向与设计目标</vt:lpstr>
      <vt:lpstr>系统总体方案设计</vt:lpstr>
      <vt:lpstr>系统架构与技术栈选型</vt:lpstr>
      <vt:lpstr>功能模块与数据库设计</vt:lpstr>
      <vt:lpstr>数据资源与算法实现</vt:lpstr>
      <vt:lpstr>数据集构建与预处理</vt:lpstr>
      <vt:lpstr>核心算法模块实现</vt:lpstr>
      <vt:lpstr>前后端功能落地实现</vt:lpstr>
      <vt:lpstr>测试验证与开发说明</vt:lpstr>
      <vt:lpstr>系统测试与验证结果</vt:lpstr>
      <vt:lpstr>AI协作开发模式披露</vt:lpstr>
      <vt:lpstr>总结与展望</vt:lpstr>
      <vt:lpstr>项目成果总结</vt:lpstr>
      <vt:lpstr>不足与未来展望</vt:lpstr>
      <vt:lpstr>致谢与答疑</vt:lpstr>
      <vt:lpstr>谢谢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工业燃气轮机排放预测与运行参数智能优化系统课程设计汇报</dc:title>
  <dc:creator/>
  <cp:lastModifiedBy>牛铭辰</cp:lastModifiedBy>
  <cp:revision>1</cp:revision>
  <dcterms:created xsi:type="dcterms:W3CDTF">2026-09-02T08:44:09Z</dcterms:created>
  <dcterms:modified xsi:type="dcterms:W3CDTF">2026-09-02T08:44:09Z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2052-12.1.0.28022</vt:lpwstr>
  </property>
  <property fmtid="{D5CDD505-2E9C-101B-9397-08002B2CF9AE}" pid="3" name="ICV">
    <vt:lpwstr>B75C98F4C40948689CB49D1002CA5FAC</vt:lpwstr>
  </property>
  <property fmtid="{D5CDD505-2E9C-101B-9397-08002B2CF9AE}" pid="4" name="KSOTemplateUUID">
    <vt:lpwstr>v1.0_ai_69796643695</vt:lpwstr>
  </property>
</Properties>
</file>