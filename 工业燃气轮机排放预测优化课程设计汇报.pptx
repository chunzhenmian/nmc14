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5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6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  <p:sldMasterId id="2147483662" r:id="rId10"/>
    <p:sldMasterId id="2147483663" r:id="rId11"/>
  </p:sldMasterIdLst>
  <p:notesMasterIdLst>
    <p:notesMasterId r:id="rId6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Masters/slideMaster4.xml" Type="http://schemas.openxmlformats.org/officeDocument/2006/relationships/slideMaster"/><Relationship Id="rId11" Target="slideMasters/slideMaster5.xml" Type="http://schemas.openxmlformats.org/officeDocument/2006/relationships/slideMaster"/><Relationship Id="rId12" Target="slides/slide1.xml" Type="http://schemas.openxmlformats.org/officeDocument/2006/relationships/slide"/><Relationship Id="rId13" Target="slides/slide2.xml" Type="http://schemas.openxmlformats.org/officeDocument/2006/relationships/slide"/><Relationship Id="rId14" Target="slides/slide3.xml" Type="http://schemas.openxmlformats.org/officeDocument/2006/relationships/slide"/><Relationship Id="rId15" Target="slides/slide4.xml" Type="http://schemas.openxmlformats.org/officeDocument/2006/relationships/slide"/><Relationship Id="rId16" Target="slides/slide5.xml" Type="http://schemas.openxmlformats.org/officeDocument/2006/relationships/slide"/><Relationship Id="rId17" Target="slides/slide6.xml" Type="http://schemas.openxmlformats.org/officeDocument/2006/relationships/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viewProps.xml" Type="http://schemas.openxmlformats.org/officeDocument/2006/relationships/view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presProps.xml" Type="http://schemas.openxmlformats.org/officeDocument/2006/relationships/presProps"/><Relationship Id="rId30" Target="slides/slide19.xml" Type="http://schemas.openxmlformats.org/officeDocument/2006/relationships/slide"/><Relationship Id="rId31" Target="slides/slide20.xml" Type="http://schemas.openxmlformats.org/officeDocument/2006/relationships/slide"/><Relationship Id="rId32" Target="notesSlides/notesSlide1.xml" Type="http://schemas.openxmlformats.org/officeDocument/2006/relationships/notesSlide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25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26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27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28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29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0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1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2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3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34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35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6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37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38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39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0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1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2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3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4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5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6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7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8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9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0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" type="body" sz="quarter" hasCustomPrompt="true"/>
          </p:nvPr>
        </p:nvSpPr>
        <p:spPr>
          <a:xfrm rot="0" flipH="false" flipV="false">
            <a:off x="1523968" y="136131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60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marL="0" indent="0">
              <a:lnSpc>
                <a:spcPct val="91666"/>
              </a:lnSpc>
            </a:pPr>
            <a:r>
              <a:rPr lang="en-US" b="false" i="false" strike="noStrike" u="none" sz="6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4" type="body" sz="quarter" hasCustomPrompt="true"/>
          </p:nvPr>
        </p:nvSpPr>
        <p:spPr>
          <a:xfrm rot="0" flipH="false" flipV="false">
            <a:off x="1523968" y="384098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marL="0" indent="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838184" y="523097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6" type="body" sz="quarter" hasCustomPrompt="true"/>
          </p:nvPr>
        </p:nvSpPr>
        <p:spPr>
          <a:xfrm rot="0" flipH="false" flipV="false">
            <a:off x="838184" y="1983597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33400" indent="-304800">
              <a:lnSpc>
                <a:spcPct val="91666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  <a:lvl2pPr marL="990600" indent="-304800"/>
            <a:lvl3pPr marL="1447800" indent="-304800"/>
            <a:lvl4pPr marL="1905000" indent="-304800"/>
            <a:lvl5pPr marL="2362200" indent="-304800"/>
            <a:lvl6pPr marL="2819400" indent="-304800"/>
            <a:lvl7pPr marL="3276600" indent="-304800"/>
            <a:lvl8pPr marL="3733800" indent="-304800"/>
            <a:lvl9pPr marL="4191000" indent="-304800"/>
          </a:lstStyle>
          <a:p>
            <a:pPr algn="l" indent="-228600" marL="2286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" type="body" sz="quarter" hasCustomPrompt="true"/>
          </p:nvPr>
        </p:nvSpPr>
        <p:spPr>
          <a:xfrm rot="0" flipH="false" flipV="false">
            <a:off x="831850" y="1709738"/>
            <a:ext cx="10515600" cy="28527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60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6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8" type="body" sz="quarter" hasCustomPrompt="true"/>
          </p:nvPr>
        </p:nvSpPr>
        <p:spPr>
          <a:xfrm rot="0" flipH="false" flipV="false">
            <a:off x="831850" y="4589463"/>
            <a:ext cx="105156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2400" b="false" i="false" u="none" strike="noStrike" spc="0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2400">
                <a:solidFill>
                  <a:srgbClr val="898989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" type="body" sz="quarter" hasCustomPrompt="true"/>
          </p:nvPr>
        </p:nvSpPr>
        <p:spPr>
          <a:xfrm rot="0" flipH="false" flipV="false">
            <a:off x="838184" y="523097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0" type="body" sz="quarter" hasCustomPrompt="true"/>
          </p:nvPr>
        </p:nvSpPr>
        <p:spPr>
          <a:xfrm rot="0" flipH="false" flipV="false">
            <a:off x="838184" y="1983597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33400" indent="-304800">
              <a:lnSpc>
                <a:spcPct val="91666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  <a:lvl2pPr marL="990600" indent="-304800"/>
            <a:lvl3pPr marL="1447800" indent="-304800"/>
            <a:lvl4pPr marL="1905000" indent="-304800"/>
            <a:lvl5pPr marL="2362200" indent="-304800"/>
            <a:lvl6pPr marL="2819400" indent="-304800"/>
            <a:lvl7pPr marL="3276600" indent="-304800"/>
            <a:lvl8pPr marL="3733800" indent="-304800"/>
            <a:lvl9pPr marL="4191000" indent="-304800"/>
          </a:lstStyle>
          <a:p>
            <a:pPr algn="l" indent="-228600" marL="2286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  <p:sp>
        <p:nvSpPr>
          <p:cNvPr name="AutoShape 4" id="4"/>
          <p:cNvSpPr/>
          <p:nvPr>
            <p:ph idx="11" type="body" sz="quarter" hasCustomPrompt="true"/>
          </p:nvPr>
        </p:nvSpPr>
        <p:spPr>
          <a:xfrm rot="0" flipH="false" flipV="false">
            <a:off x="6172184" y="1983597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33400" indent="-304800">
              <a:lnSpc>
                <a:spcPct val="91666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  <a:lvl2pPr marL="990600" indent="-304800"/>
            <a:lvl3pPr marL="1447800" indent="-304800"/>
            <a:lvl4pPr marL="1905000" indent="-304800"/>
            <a:lvl5pPr marL="2362200" indent="-304800"/>
            <a:lvl6pPr marL="2819400" indent="-304800"/>
            <a:lvl7pPr marL="3276600" indent="-304800"/>
            <a:lvl8pPr marL="3733800" indent="-304800"/>
            <a:lvl9pPr marL="4191000" indent="-304800"/>
          </a:lstStyle>
          <a:p>
            <a:pPr algn="l" indent="-228600" marL="2286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" type="body" sz="quarter" hasCustomPrompt="true"/>
          </p:nvPr>
        </p:nvSpPr>
        <p:spPr>
          <a:xfrm rot="0" flipH="false" flipV="false">
            <a:off x="838039" y="516256"/>
            <a:ext cx="10515890" cy="13243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3" type="body" sz="quarter" hasCustomPrompt="true"/>
          </p:nvPr>
        </p:nvSpPr>
        <p:spPr>
          <a:xfrm rot="0" flipH="false" flipV="false">
            <a:off x="838039" y="1935192"/>
            <a:ext cx="5163349" cy="8277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idx="14" type="body" sz="quarter" hasCustomPrompt="true"/>
          </p:nvPr>
        </p:nvSpPr>
        <p:spPr>
          <a:xfrm rot="0" flipH="false" flipV="false">
            <a:off x="838039" y="2818085"/>
            <a:ext cx="5163349" cy="35236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33400" indent="-304800">
              <a:lnSpc>
                <a:spcPct val="91666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  <a:lvl2pPr marL="990600" indent="-304800"/>
            <a:lvl3pPr marL="1447800" indent="-304800"/>
            <a:lvl4pPr marL="1905000" indent="-304800"/>
            <a:lvl5pPr marL="2362200" indent="-304800"/>
            <a:lvl6pPr marL="2819400" indent="-304800"/>
            <a:lvl7pPr marL="3276600" indent="-304800"/>
            <a:lvl8pPr marL="3733800" indent="-304800"/>
            <a:lvl9pPr marL="4191000" indent="-304800"/>
          </a:lstStyle>
          <a:p>
            <a:pPr algn="l" indent="-228600" marL="2286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  <p:sp>
        <p:nvSpPr>
          <p:cNvPr name="AutoShape 5" id="5"/>
          <p:cNvSpPr/>
          <p:nvPr>
            <p:ph idx="15" type="body" sz="quarter" hasCustomPrompt="true"/>
          </p:nvPr>
        </p:nvSpPr>
        <p:spPr>
          <a:xfrm rot="0" flipH="false" flipV="false">
            <a:off x="6166931" y="1935192"/>
            <a:ext cx="5186998" cy="8277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</p:txBody>
      </p:sp>
      <p:sp>
        <p:nvSpPr>
          <p:cNvPr name="AutoShape 6" id="6"/>
          <p:cNvSpPr/>
          <p:nvPr>
            <p:ph idx="16" type="body" sz="quarter" hasCustomPrompt="true"/>
          </p:nvPr>
        </p:nvSpPr>
        <p:spPr>
          <a:xfrm rot="0" flipH="false" flipV="false">
            <a:off x="6166931" y="2818085"/>
            <a:ext cx="5186998" cy="35236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33400" indent="-304800">
              <a:lnSpc>
                <a:spcPct val="91666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  <a:lvl2pPr marL="990600" indent="-304800"/>
            <a:lvl3pPr marL="1447800" indent="-304800"/>
            <a:lvl4pPr marL="1905000" indent="-304800"/>
            <a:lvl5pPr marL="2362200" indent="-304800"/>
            <a:lvl6pPr marL="2819400" indent="-304800"/>
            <a:lvl7pPr marL="3276600" indent="-304800"/>
            <a:lvl8pPr marL="3733800" indent="-304800"/>
            <a:lvl9pPr marL="4191000" indent="-304800"/>
          </a:lstStyle>
          <a:p>
            <a:pPr algn="l" indent="-228600" marL="2286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7" type="body" sz="quarter" hasCustomPrompt="true"/>
          </p:nvPr>
        </p:nvSpPr>
        <p:spPr>
          <a:xfrm rot="0" flipH="false" flipV="false">
            <a:off x="838168" y="523113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 hasCustomPrompt="true"/>
          </p:nvPr>
        </p:nvSpPr>
        <p:spPr>
          <a:xfrm rot="0" flipH="false" flipV="false">
            <a:off x="838184" y="723122"/>
            <a:ext cx="4165349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9" type="pic" sz="quarter"/>
          </p:nvPr>
        </p:nvSpPr>
        <p:spPr>
          <a:xfrm rot="0" flipH="false" flipV="false">
            <a:off x="5181584" y="723123"/>
            <a:ext cx="6172200" cy="540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0" type="body" sz="quarter" hasCustomPrompt="true"/>
          </p:nvPr>
        </p:nvSpPr>
        <p:spPr>
          <a:xfrm rot="0" flipH="false" flipV="false">
            <a:off x="838184" y="2323322"/>
            <a:ext cx="4165349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20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8724884" y="523097"/>
            <a:ext cx="26289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eaVert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838184" y="523097"/>
            <a:ext cx="77343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Autofit/>
          </a:bodyPr>
          <a:lstStyle>
            <a:lvl1pPr algn="l" marL="533400" indent="-304800">
              <a:lnSpc>
                <a:spcPct val="91666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  <a:lvl2pPr marL="990600" indent="-304800"/>
            <a:lvl3pPr marL="1447800" indent="-304800"/>
            <a:lvl4pPr marL="1905000" indent="-304800"/>
            <a:lvl5pPr marL="2362200" indent="-304800"/>
            <a:lvl6pPr marL="2819400" indent="-304800"/>
            <a:lvl7pPr marL="3276600" indent="-304800"/>
            <a:lvl8pPr marL="3733800" indent="-304800"/>
            <a:lvl9pPr marL="4191000" indent="-304800"/>
          </a:lstStyle>
          <a:p>
            <a:pPr algn="l" indent="-228600" marL="2286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" type="body" sz="quarter" hasCustomPrompt="true"/>
          </p:nvPr>
        </p:nvSpPr>
        <p:spPr>
          <a:xfrm rot="0" flipH="false" flipV="false">
            <a:off x="838184" y="523097"/>
            <a:ext cx="105156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533400" indent="-304800">
              <a:lnSpc>
                <a:spcPct val="91666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  <a:lvl2pPr marL="990600" indent="-304800"/>
            <a:lvl3pPr marL="1447800" indent="-304800"/>
            <a:lvl4pPr marL="1905000" indent="-304800"/>
            <a:lvl5pPr marL="2362200" indent="-304800"/>
            <a:lvl6pPr marL="2819400" indent="-304800"/>
            <a:lvl7pPr marL="3276600" indent="-304800"/>
            <a:lvl8pPr marL="3733800" indent="-304800"/>
            <a:lvl9pPr marL="4191000" indent="-304800"/>
          </a:lstStyle>
          <a:p>
            <a:pPr algn="l" indent="-228600" marL="2286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Freeform 3" id="3"/>
          <p:cNvSpPr/>
          <p:nvPr/>
        </p:nvSpPr>
        <p:spPr>
          <a:xfrm rot="0" flipH="false" flipV="false">
            <a:off x="1015999" y="0"/>
            <a:ext cx="1270635" cy="609600"/>
          </a:xfrm>
          <a:custGeom>
            <a:avLst/>
            <a:gdLst/>
            <a:ahLst/>
            <a:cxnLst/>
            <a:rect r="r" b="b" t="t" l="l"/>
            <a:pathLst>
              <a:path h="609600" w="1270635">
                <a:moveTo>
                  <a:pt x="0" y="0"/>
                </a:moveTo>
                <a:lnTo>
                  <a:pt x="1270635" y="0"/>
                </a:lnTo>
                <a:lnTo>
                  <a:pt x="1270635" y="406394"/>
                </a:lnTo>
                <a:cubicBezTo>
                  <a:pt x="1270635" y="518617"/>
                  <a:pt x="1179615" y="609600"/>
                  <a:pt x="1067336" y="609600"/>
                </a:cubicBezTo>
                <a:lnTo>
                  <a:pt x="203299" y="609600"/>
                </a:lnTo>
                <a:cubicBezTo>
                  <a:pt x="91020" y="609600"/>
                  <a:pt x="0" y="518617"/>
                  <a:pt x="0" y="406394"/>
                </a:cubicBezTo>
                <a:lnTo>
                  <a:pt x="0" y="0"/>
                </a:lnTo>
                <a:close/>
              </a:path>
            </a:pathLst>
          </a:custGeom>
          <a:gradFill rotWithShape="true">
            <a:gsLst>
              <a:gs pos="0">
                <a:srgbClr val="00B5EE">
                  <a:alpha val="100000"/>
                </a:srgbClr>
              </a:gs>
              <a:gs pos="100000">
                <a:srgbClr val="2F56C8">
                  <a:alpha val="100000"/>
                </a:srgbClr>
              </a:gs>
            </a:gsLst>
            <a:lin ang="1620000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29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0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6" id="6"/>
          <p:cNvSpPr/>
          <p:nvPr>
            <p:ph idx="31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7" id="7"/>
          <p:cNvSpPr/>
          <p:nvPr>
            <p:ph idx="32" type="body" sz="quarter" hasCustomPrompt="true"/>
          </p:nvPr>
        </p:nvSpPr>
        <p:spPr>
          <a:xfrm rot="0" flipH="false" flipV="false">
            <a:off x="1015999" y="2012948"/>
            <a:ext cx="9296403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25000"/>
              </a:lnSpc>
              <a:defRPr sz="2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2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20XX YEAR</a:t>
            </a:r>
          </a:p>
        </p:txBody>
      </p:sp>
      <p:sp>
        <p:nvSpPr>
          <p:cNvPr name="AutoShape 8" id="8"/>
          <p:cNvSpPr/>
          <p:nvPr>
            <p:ph idx="33" type="body" sz="quarter" hasCustomPrompt="true"/>
          </p:nvPr>
        </p:nvSpPr>
        <p:spPr>
          <a:xfrm rot="0" flipH="false" flipV="false">
            <a:off x="1016000" y="2520950"/>
            <a:ext cx="9410700" cy="248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60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60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科技风年终总结汇报</a:t>
            </a:r>
          </a:p>
        </p:txBody>
      </p:sp>
      <p:sp>
        <p:nvSpPr>
          <p:cNvPr name="AutoShape 9" id="9"/>
          <p:cNvSpPr/>
          <p:nvPr>
            <p:ph idx="34" type="body" sz="quarter" hasCustomPrompt="true"/>
          </p:nvPr>
        </p:nvSpPr>
        <p:spPr>
          <a:xfrm rot="0" flipH="false" flipV="false">
            <a:off x="1015999" y="5187946"/>
            <a:ext cx="9296403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25000"/>
              </a:lnSpc>
              <a:defRPr sz="2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2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BY WPS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" type="body" sz="quarter" hasCustomPrompt="true"/>
          </p:nvPr>
        </p:nvSpPr>
        <p:spPr>
          <a:xfrm rot="0" flipH="false" flipV="false"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0000" rIns="90000" tIns="46800" bIns="4680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36" type="body" sz="quarter" hasCustomPrompt="true"/>
          </p:nvPr>
        </p:nvSpPr>
        <p:spPr>
          <a:xfrm rot="0" flipH="false" flipV="false"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0000" rIns="90000" tIns="46800" bIns="46800">
            <a:normAutofit lnSpcReduction="0"/>
          </a:bodyPr>
          <a:lstStyle>
            <a:lvl1pPr algn="l" marL="457200" indent="-228600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algn="l" indent="-228600" marL="228600">
              <a:lnSpc>
                <a:spcPct val="133333"/>
              </a:lnSpc>
              <a:spcAft>
                <a:spcPts val="10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单击此处编辑母版文本样式</a:t>
            </a:r>
          </a:p>
          <a:p>
            <a:pPr algn="l" lvl="1" indent="-228600" marL="6858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第二级</a:t>
            </a:r>
          </a:p>
          <a:p>
            <a:pPr algn="l" lvl="2" indent="-228600" marL="11430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第三级</a:t>
            </a:r>
          </a:p>
          <a:p>
            <a:pPr algn="l" lvl="3" indent="-228600" marL="16002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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第四级</a:t>
            </a:r>
          </a:p>
          <a:p>
            <a:pPr algn="l" lvl="4" indent="-228600" marL="20574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第五级</a:t>
            </a:r>
          </a:p>
        </p:txBody>
      </p:sp>
      <p:sp>
        <p:nvSpPr>
          <p:cNvPr name="AutoShape 4" id="4"/>
          <p:cNvSpPr/>
          <p:nvPr>
            <p:ph idx="37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8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6" id="6"/>
          <p:cNvSpPr/>
          <p:nvPr>
            <p:ph idx="39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Freeform 3" id="3"/>
          <p:cNvSpPr/>
          <p:nvPr/>
        </p:nvSpPr>
        <p:spPr>
          <a:xfrm rot="0" flipH="false" flipV="false">
            <a:off x="1041401" y="2476497"/>
            <a:ext cx="2336800" cy="1917700"/>
          </a:xfrm>
          <a:custGeom>
            <a:avLst/>
            <a:gdLst/>
            <a:ahLst/>
            <a:cxnLst/>
            <a:rect r="r" b="b" t="t" l="l"/>
            <a:pathLst>
              <a:path h="1917700" w="2336800">
                <a:moveTo>
                  <a:pt x="643651" y="197950"/>
                </a:moveTo>
                <a:cubicBezTo>
                  <a:pt x="688214" y="78894"/>
                  <a:pt x="801971" y="0"/>
                  <a:pt x="929075" y="0"/>
                </a:cubicBezTo>
                <a:lnTo>
                  <a:pt x="2336800" y="0"/>
                </a:lnTo>
                <a:lnTo>
                  <a:pt x="1693140" y="1719750"/>
                </a:lnTo>
                <a:cubicBezTo>
                  <a:pt x="1648577" y="1838806"/>
                  <a:pt x="1534829" y="1917700"/>
                  <a:pt x="1407715" y="1917700"/>
                </a:cubicBezTo>
                <a:lnTo>
                  <a:pt x="0" y="1917700"/>
                </a:lnTo>
                <a:lnTo>
                  <a:pt x="643651" y="197950"/>
                </a:lnTo>
                <a:close/>
              </a:path>
            </a:pathLst>
          </a:custGeom>
          <a:gradFill rotWithShape="true">
            <a:gsLst>
              <a:gs pos="0">
                <a:srgbClr val="00B5EE">
                  <a:alpha val="100000"/>
                </a:srgbClr>
              </a:gs>
              <a:gs pos="100000">
                <a:srgbClr val="2F56C8">
                  <a:alpha val="100000"/>
                </a:srgbClr>
              </a:gs>
            </a:gsLst>
            <a:lin ang="1620000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40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41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6" id="6"/>
          <p:cNvSpPr/>
          <p:nvPr>
            <p:ph idx="42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7" id="7"/>
          <p:cNvSpPr/>
          <p:nvPr>
            <p:ph idx="43" type="body" sz="quarter" hasCustomPrompt="true"/>
          </p:nvPr>
        </p:nvSpPr>
        <p:spPr>
          <a:xfrm rot="0" flipH="false" flipV="false">
            <a:off x="3733800" y="2284095"/>
            <a:ext cx="7131685" cy="22898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00000"/>
              </a:lnSpc>
              <a:defRPr sz="4800" b="false" i="false" u="none" strike="noStrike" spc="3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4800" spc="3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章节页的标题</a:t>
            </a:r>
          </a:p>
        </p:txBody>
      </p:sp>
      <p:sp>
        <p:nvSpPr>
          <p:cNvPr name="AutoShape 8" id="8"/>
          <p:cNvSpPr/>
          <p:nvPr>
            <p:ph idx="44" type="body" sz="quarter" hasCustomPrompt="true"/>
          </p:nvPr>
        </p:nvSpPr>
        <p:spPr>
          <a:xfrm rot="0" flipH="false" flipV="false">
            <a:off x="368302" y="2351450"/>
            <a:ext cx="2451104" cy="21177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r">
              <a:lnSpc>
                <a:spcPct val="108333"/>
              </a:lnSpc>
              <a:defRPr sz="10000" b="false" i="false" u="none" strike="noStrike" spc="1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r" marL="228600" indent="-22860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10000" spc="15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01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5" type="body" sz="quarter" hasCustomPrompt="true"/>
          </p:nvPr>
        </p:nvSpPr>
        <p:spPr>
          <a:xfrm rot="0" flipH="false" flipV="false"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0000" rIns="90000" tIns="46800" bIns="4680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46" type="body" sz="quarter" hasCustomPrompt="true"/>
          </p:nvPr>
        </p:nvSpPr>
        <p:spPr>
          <a:xfrm rot="0" flipH="false" flipV="false">
            <a:off x="608400" y="1501200"/>
            <a:ext cx="5176800" cy="4748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0000" rIns="90000" tIns="46800" bIns="46800">
            <a:normAutofit lnSpcReduction="0"/>
          </a:bodyPr>
          <a:lstStyle>
            <a:lvl1pPr algn="l" marL="457200" indent="-228600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algn="l" indent="-228600" marL="228600">
              <a:lnSpc>
                <a:spcPct val="133333"/>
              </a:lnSpc>
              <a:spcAft>
                <a:spcPts val="10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单击此处编辑母版文本样式</a:t>
            </a:r>
          </a:p>
          <a:p>
            <a:pPr algn="l" lvl="1" indent="-228600" marL="6858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第二级</a:t>
            </a:r>
          </a:p>
          <a:p>
            <a:pPr algn="l" lvl="2" indent="-228600" marL="11430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第三级</a:t>
            </a:r>
          </a:p>
          <a:p>
            <a:pPr algn="l" lvl="3" indent="-228600" marL="16002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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第四级</a:t>
            </a:r>
          </a:p>
          <a:p>
            <a:pPr algn="l" lvl="4" indent="-228600" marL="20574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第五级</a:t>
            </a:r>
          </a:p>
        </p:txBody>
      </p:sp>
      <p:sp>
        <p:nvSpPr>
          <p:cNvPr name="AutoShape 4" id="4"/>
          <p:cNvSpPr/>
          <p:nvPr>
            <p:ph idx="47" type="body" sz="quarter" hasCustomPrompt="true"/>
          </p:nvPr>
        </p:nvSpPr>
        <p:spPr>
          <a:xfrm rot="0" flipH="false" flipV="false">
            <a:off x="6411600" y="1501200"/>
            <a:ext cx="5176800" cy="4748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normAutofit lnSpcReduction="0"/>
          </a:bodyPr>
          <a:lstStyle>
            <a:lvl1pPr algn="l" marL="457200" indent="-228600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algn="l" indent="-228600" marL="228600">
              <a:lnSpc>
                <a:spcPct val="133333"/>
              </a:lnSpc>
              <a:spcAft>
                <a:spcPts val="10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单击此处编辑母版文本样式</a:t>
            </a:r>
          </a:p>
          <a:p>
            <a:pPr algn="l" lvl="1" indent="-228600" marL="6858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第二级</a:t>
            </a:r>
          </a:p>
          <a:p>
            <a:pPr algn="l" lvl="2" indent="-228600" marL="11430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第三级</a:t>
            </a:r>
          </a:p>
          <a:p>
            <a:pPr algn="l" lvl="3" indent="-228600" marL="16002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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第四级</a:t>
            </a:r>
          </a:p>
          <a:p>
            <a:pPr algn="l" lvl="4" indent="-228600" marL="20574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第五级</a:t>
            </a:r>
          </a:p>
        </p:txBody>
      </p:sp>
      <p:sp>
        <p:nvSpPr>
          <p:cNvPr name="AutoShape 5" id="5"/>
          <p:cNvSpPr/>
          <p:nvPr>
            <p:ph idx="48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49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7" id="7"/>
          <p:cNvSpPr/>
          <p:nvPr>
            <p:ph idx="50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1" type="body" sz="quarter" hasCustomPrompt="true"/>
          </p:nvPr>
        </p:nvSpPr>
        <p:spPr>
          <a:xfrm rot="0" flipH="false" flipV="false"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0000" rIns="90000" tIns="46800" bIns="4680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52" type="body" sz="quarter" hasCustomPrompt="true"/>
          </p:nvPr>
        </p:nvSpPr>
        <p:spPr>
          <a:xfrm rot="0" flipH="false" flipV="false">
            <a:off x="608400" y="1429200"/>
            <a:ext cx="5342400" cy="38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01600" rIns="76200" tIns="38100" bIns="38100">
            <a:normAutofit lnSpcReduction="0"/>
          </a:bodyPr>
          <a:lstStyle>
            <a:lvl1pPr algn="l">
              <a:lnSpc>
                <a:spcPct val="100000"/>
              </a:lnSpc>
              <a:defRPr sz="2000" b="true" i="false" u="none" strike="noStrike" spc="2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1000"/>
              </a:spcAft>
            </a:pPr>
            <a:r>
              <a:rPr lang="en-US" b="true" i="false" strike="noStrike" u="none" sz="2000" spc="2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单击此处编辑文本</a:t>
            </a:r>
          </a:p>
        </p:txBody>
      </p:sp>
      <p:sp>
        <p:nvSpPr>
          <p:cNvPr name="AutoShape 4" id="4"/>
          <p:cNvSpPr/>
          <p:nvPr>
            <p:ph idx="53" type="body" sz="quarter" hasCustomPrompt="true"/>
          </p:nvPr>
        </p:nvSpPr>
        <p:spPr>
          <a:xfrm rot="0" flipH="false" flipV="false">
            <a:off x="608400" y="1854000"/>
            <a:ext cx="5342400" cy="439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101600" rIns="82550" tIns="0" bIns="0">
            <a:normAutofit lnSpcReduction="0"/>
          </a:bodyPr>
          <a:lstStyle>
            <a:lvl1pPr algn="l" marL="457200" indent="-228600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algn="l" indent="-228600" marL="228600">
              <a:lnSpc>
                <a:spcPct val="133333"/>
              </a:lnSpc>
              <a:spcAft>
                <a:spcPts val="10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单击此处编辑母版文本样式</a:t>
            </a:r>
          </a:p>
          <a:p>
            <a:pPr algn="l" lvl="1" indent="-228600" marL="6858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第二级</a:t>
            </a:r>
          </a:p>
          <a:p>
            <a:pPr algn="l" lvl="2" indent="-228600" marL="11430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第三级</a:t>
            </a:r>
          </a:p>
          <a:p>
            <a:pPr algn="l" lvl="3" indent="-228600" marL="16002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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第四级</a:t>
            </a:r>
          </a:p>
          <a:p>
            <a:pPr algn="l" lvl="4" indent="-228600" marL="20574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第五级</a:t>
            </a:r>
          </a:p>
        </p:txBody>
      </p:sp>
      <p:sp>
        <p:nvSpPr>
          <p:cNvPr name="AutoShape 5" id="5"/>
          <p:cNvSpPr/>
          <p:nvPr>
            <p:ph idx="54" type="body" sz="quarter" hasCustomPrompt="true"/>
          </p:nvPr>
        </p:nvSpPr>
        <p:spPr>
          <a:xfrm rot="0" flipH="false" flipV="false">
            <a:off x="6235750" y="1421729"/>
            <a:ext cx="5342400" cy="38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101600" rIns="76200" tIns="38100" bIns="38100">
            <a:normAutofit lnSpcReduction="0"/>
          </a:bodyPr>
          <a:lstStyle>
            <a:lvl1pPr algn="l">
              <a:lnSpc>
                <a:spcPct val="100000"/>
              </a:lnSpc>
              <a:defRPr sz="2000" b="true" i="false" u="none" strike="noStrike" spc="2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1000"/>
              </a:spcAft>
            </a:pPr>
            <a:r>
              <a:rPr lang="en-US" b="true" i="false" strike="noStrike" u="none" sz="2000" spc="2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单击此处编辑文本</a:t>
            </a:r>
          </a:p>
        </p:txBody>
      </p:sp>
      <p:sp>
        <p:nvSpPr>
          <p:cNvPr name="AutoShape 6" id="6"/>
          <p:cNvSpPr/>
          <p:nvPr>
            <p:ph idx="55" type="body" sz="quarter" hasCustomPrompt="true"/>
          </p:nvPr>
        </p:nvSpPr>
        <p:spPr>
          <a:xfrm rot="0" flipH="false" flipV="false">
            <a:off x="6235750" y="1854000"/>
            <a:ext cx="5342400" cy="439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101600" rIns="82550" tIns="0" bIns="0">
            <a:normAutofit lnSpcReduction="0"/>
          </a:bodyPr>
          <a:lstStyle>
            <a:lvl1pPr algn="l" marL="457200" indent="-228600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algn="l" indent="-228600" marL="228600">
              <a:lnSpc>
                <a:spcPct val="133333"/>
              </a:lnSpc>
              <a:spcAft>
                <a:spcPts val="10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单击此处编辑母版文本样式</a:t>
            </a:r>
          </a:p>
          <a:p>
            <a:pPr algn="l" lvl="1" indent="-228600" marL="6858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第二级</a:t>
            </a:r>
          </a:p>
          <a:p>
            <a:pPr algn="l" lvl="2" indent="-228600" marL="11430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第三级</a:t>
            </a:r>
          </a:p>
          <a:p>
            <a:pPr algn="l" lvl="3" indent="-228600" marL="16002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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第四级</a:t>
            </a:r>
          </a:p>
          <a:p>
            <a:pPr algn="l" lvl="4" indent="-228600" marL="20574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第五级</a:t>
            </a:r>
          </a:p>
        </p:txBody>
      </p:sp>
      <p:sp>
        <p:nvSpPr>
          <p:cNvPr name="AutoShape 7" id="7"/>
          <p:cNvSpPr/>
          <p:nvPr>
            <p:ph idx="56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57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9" id="9"/>
          <p:cNvSpPr/>
          <p:nvPr>
            <p:ph idx="58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 hasCustomPrompt="true"/>
          </p:nvPr>
        </p:nvSpPr>
        <p:spPr>
          <a:xfrm rot="0" flipH="false" flipV="false"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0000" rIns="90000" tIns="46800" bIns="4680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60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61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5" id="5"/>
          <p:cNvSpPr/>
          <p:nvPr>
            <p:ph idx="62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3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64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65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6" type="pic" sz="quarter"/>
          </p:nvPr>
        </p:nvSpPr>
        <p:spPr>
          <a:xfrm rot="0" flipH="false" flipV="false">
            <a:off x="608400" y="1555200"/>
            <a:ext cx="5233077" cy="46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67" type="body" sz="quarter" hasCustomPrompt="true"/>
          </p:nvPr>
        </p:nvSpPr>
        <p:spPr>
          <a:xfrm rot="0" flipH="false" flipV="false">
            <a:off x="6350400" y="1555200"/>
            <a:ext cx="5227200" cy="46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0000" rIns="90000" tIns="46800" bIns="46800">
            <a:normAutofit lnSpcReduction="0"/>
          </a:bodyPr>
          <a:lstStyle>
            <a:lvl1pPr algn="l">
              <a:lnSpc>
                <a:spcPct val="133333"/>
              </a:lnSpc>
              <a:defRPr sz="16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idx="68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69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6" id="6"/>
          <p:cNvSpPr/>
          <p:nvPr>
            <p:ph idx="70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7" id="7"/>
          <p:cNvSpPr/>
          <p:nvPr>
            <p:ph idx="71" type="body" sz="quarter" hasCustomPrompt="true"/>
          </p:nvPr>
        </p:nvSpPr>
        <p:spPr>
          <a:xfrm rot="0" flipH="false" flipV="false"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170" rIns="90170" tIns="46990" bIns="46990">
            <a:normAutofit lnSpcReduction="0"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2" type="body" sz="quarter" hasCustomPrompt="true"/>
          </p:nvPr>
        </p:nvSpPr>
        <p:spPr>
          <a:xfrm rot="0" flipH="false" flipV="false">
            <a:off x="10234800" y="914400"/>
            <a:ext cx="1044000" cy="502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eaVert" wrap="square" lIns="90000" rIns="90000" tIns="46800" bIns="46800">
            <a:normAutofit lnSpcReduction="0"/>
          </a:bodyPr>
          <a:lstStyle>
            <a:lvl1pPr algn="l">
              <a:lnSpc>
                <a:spcPct val="100000"/>
              </a:lnSpc>
              <a:defRPr sz="28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28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单击此处编辑标题</a:t>
            </a:r>
          </a:p>
        </p:txBody>
      </p:sp>
      <p:sp>
        <p:nvSpPr>
          <p:cNvPr name="AutoShape 3" id="3"/>
          <p:cNvSpPr/>
          <p:nvPr>
            <p:ph idx="73" type="body" sz="quarter" hasCustomPrompt="true"/>
          </p:nvPr>
        </p:nvSpPr>
        <p:spPr>
          <a:xfrm rot="0" flipH="false" flipV="false">
            <a:off x="914400" y="914400"/>
            <a:ext cx="9169200" cy="502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46800" rIns="46800" tIns="46800" bIns="46800">
            <a:normAutofit lnSpcReduction="0"/>
          </a:bodyPr>
          <a:lstStyle>
            <a:lvl1pPr algn="l" marL="457200" indent="-228600">
              <a:lnSpc>
                <a:spcPct val="133333"/>
              </a:lnSpc>
              <a:defRPr sz="1800" b="false" i="false" u="none" strike="noStrike" spc="3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algn="l" indent="-228600" marL="228600">
              <a:lnSpc>
                <a:spcPct val="133333"/>
              </a:lnSpc>
              <a:spcAft>
                <a:spcPts val="10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800" spc="3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单击此处编辑母版文本样式</a:t>
            </a:r>
          </a:p>
          <a:p>
            <a:pPr algn="l" lvl="1" indent="-228600" marL="6858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3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第二级</a:t>
            </a:r>
          </a:p>
          <a:p>
            <a:pPr algn="l" lvl="2" indent="-228600" marL="11430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3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第三级</a:t>
            </a:r>
          </a:p>
          <a:p>
            <a:pPr algn="l" lvl="3" indent="-228600" marL="16002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"/>
            </a:pPr>
            <a:r>
              <a:rPr lang="en-US" b="false" i="false" strike="noStrike" u="none" sz="1400" spc="3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第四级</a:t>
            </a:r>
          </a:p>
          <a:p>
            <a:pPr algn="l" lvl="4" indent="-228600" marL="20574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400" spc="3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第五级</a:t>
            </a:r>
          </a:p>
        </p:txBody>
      </p:sp>
      <p:sp>
        <p:nvSpPr>
          <p:cNvPr name="AutoShape 4" id="4"/>
          <p:cNvSpPr/>
          <p:nvPr>
            <p:ph idx="74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75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6" id="6"/>
          <p:cNvSpPr/>
          <p:nvPr>
            <p:ph idx="76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7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78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79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80" type="body" sz="quarter" hasCustomPrompt="true"/>
          </p:nvPr>
        </p:nvSpPr>
        <p:spPr>
          <a:xfrm rot="0" flipH="false" flipV="false">
            <a:off x="608400" y="774000"/>
            <a:ext cx="10972800" cy="5482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 marL="457200" indent="-228600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algn="l" indent="-228600" marL="228600">
              <a:lnSpc>
                <a:spcPct val="133333"/>
              </a:lnSpc>
              <a:spcAft>
                <a:spcPts val="10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单击此处编辑母版文本样式</a:t>
            </a:r>
          </a:p>
          <a:p>
            <a:pPr algn="l" lvl="1" indent="-228600" marL="6858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第二级</a:t>
            </a:r>
          </a:p>
          <a:p>
            <a:pPr algn="l" lvl="2" indent="-228600" marL="1143000">
              <a:lnSpc>
                <a:spcPct val="116666"/>
              </a:lnSpc>
              <a:spcAft>
                <a:spcPts val="6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6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第三级</a:t>
            </a:r>
          </a:p>
          <a:p>
            <a:pPr algn="l" lvl="3" indent="-228600" marL="16002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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第四级</a:t>
            </a:r>
          </a:p>
          <a:p>
            <a:pPr algn="l" lvl="4" indent="-228600" marL="2057400">
              <a:lnSpc>
                <a:spcPct val="116666"/>
              </a:lnSpc>
              <a:spcAft>
                <a:spcPts val="300"/>
              </a:spcAft>
              <a:buClr>
                <a:srgbClr val="FFFFFF"/>
              </a:buClr>
              <a:buChar char="●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Freeform 3" id="3"/>
          <p:cNvSpPr/>
          <p:nvPr/>
        </p:nvSpPr>
        <p:spPr>
          <a:xfrm rot="0" flipH="false" flipV="false">
            <a:off x="5156201" y="2882902"/>
            <a:ext cx="1879600" cy="165100"/>
          </a:xfrm>
          <a:custGeom>
            <a:avLst/>
            <a:gdLst/>
            <a:ahLst/>
            <a:cxnLst/>
            <a:rect r="r" b="b" t="t" l="l"/>
            <a:pathLst>
              <a:path h="165100" w="1879600">
                <a:moveTo>
                  <a:pt x="0" y="82550"/>
                </a:moveTo>
                <a:cubicBezTo>
                  <a:pt x="0" y="36960"/>
                  <a:pt x="36960" y="0"/>
                  <a:pt x="82551" y="0"/>
                </a:cubicBezTo>
                <a:lnTo>
                  <a:pt x="1797049" y="0"/>
                </a:lnTo>
                <a:cubicBezTo>
                  <a:pt x="1842640" y="0"/>
                  <a:pt x="1879600" y="36960"/>
                  <a:pt x="1879600" y="82550"/>
                </a:cubicBezTo>
                <a:lnTo>
                  <a:pt x="1879600" y="82550"/>
                </a:lnTo>
                <a:cubicBezTo>
                  <a:pt x="1879600" y="128140"/>
                  <a:pt x="1842640" y="165100"/>
                  <a:pt x="1797049" y="165100"/>
                </a:cubicBezTo>
                <a:lnTo>
                  <a:pt x="82551" y="165100"/>
                </a:lnTo>
                <a:cubicBezTo>
                  <a:pt x="36960" y="165100"/>
                  <a:pt x="0" y="128140"/>
                  <a:pt x="0" y="82550"/>
                </a:cubicBezTo>
                <a:lnTo>
                  <a:pt x="0" y="82550"/>
                </a:lnTo>
                <a:close/>
              </a:path>
            </a:pathLst>
          </a:custGeom>
          <a:gradFill rotWithShape="true">
            <a:gsLst>
              <a:gs pos="0">
                <a:srgbClr val="00B5EE">
                  <a:alpha val="100000"/>
                </a:srgbClr>
              </a:gs>
              <a:gs pos="100000">
                <a:srgbClr val="2F56C8">
                  <a:alpha val="10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81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2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6" id="6"/>
          <p:cNvSpPr/>
          <p:nvPr>
            <p:ph idx="83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7" id="7"/>
          <p:cNvSpPr/>
          <p:nvPr>
            <p:ph idx="84" type="body" sz="quarter" hasCustomPrompt="true"/>
          </p:nvPr>
        </p:nvSpPr>
        <p:spPr>
          <a:xfrm rot="0" flipH="false" flipV="false">
            <a:off x="3898901" y="2613657"/>
            <a:ext cx="439420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ctr">
              <a:lnSpc>
                <a:spcPct val="125000"/>
              </a:lnSpc>
              <a:defRPr sz="2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2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THE END</a:t>
            </a:r>
          </a:p>
        </p:txBody>
      </p:sp>
      <p:sp>
        <p:nvSpPr>
          <p:cNvPr name="AutoShape 8" id="8"/>
          <p:cNvSpPr/>
          <p:nvPr>
            <p:ph idx="85" type="body" sz="quarter" hasCustomPrompt="true"/>
          </p:nvPr>
        </p:nvSpPr>
        <p:spPr>
          <a:xfrm rot="0" flipH="false" flipV="false">
            <a:off x="3835396" y="3206746"/>
            <a:ext cx="4521196" cy="10159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ctr">
              <a:lnSpc>
                <a:spcPct val="100000"/>
              </a:lnSpc>
              <a:defRPr sz="64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64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谢谢观看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目录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6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87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88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10921996" y="6349996"/>
            <a:ext cx="1270000" cy="508635"/>
          </a:xfrm>
          <a:custGeom>
            <a:avLst/>
            <a:gdLst/>
            <a:ahLst/>
            <a:cxnLst/>
            <a:rect r="r" b="b" t="t" l="l"/>
            <a:pathLst>
              <a:path h="508635" w="1270000">
                <a:moveTo>
                  <a:pt x="0" y="203450"/>
                </a:moveTo>
                <a:cubicBezTo>
                  <a:pt x="0" y="91087"/>
                  <a:pt x="90974" y="0"/>
                  <a:pt x="203197" y="0"/>
                </a:cubicBezTo>
                <a:lnTo>
                  <a:pt x="1270000" y="0"/>
                </a:lnTo>
                <a:lnTo>
                  <a:pt x="1270000" y="508635"/>
                </a:lnTo>
                <a:lnTo>
                  <a:pt x="0" y="508635"/>
                </a:lnTo>
                <a:lnTo>
                  <a:pt x="0" y="203450"/>
                </a:lnTo>
                <a:close/>
              </a:path>
            </a:pathLst>
          </a:custGeom>
          <a:gradFill rotWithShape="true">
            <a:gsLst>
              <a:gs pos="0">
                <a:srgbClr val="00B5EE">
                  <a:alpha val="100000"/>
                </a:srgbClr>
              </a:gs>
              <a:gs pos="100000">
                <a:srgbClr val="2F56C8">
                  <a:alpha val="100000"/>
                </a:srgbClr>
              </a:gs>
            </a:gsLst>
            <a:lin ang="1620000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35814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>
            <p:ph idx="89" type="body" sz="quarter" hasCustomPrompt="true"/>
          </p:nvPr>
        </p:nvSpPr>
        <p:spPr>
          <a:xfrm rot="0" flipH="false" flipV="false">
            <a:off x="609603" y="2766057"/>
            <a:ext cx="2438403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25000"/>
              </a:lnSpc>
              <a:defRPr sz="2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2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CONTENTS</a:t>
            </a:r>
          </a:p>
        </p:txBody>
      </p:sp>
      <p:sp>
        <p:nvSpPr>
          <p:cNvPr name="AutoShape 8" id="8"/>
          <p:cNvSpPr/>
          <p:nvPr>
            <p:ph idx="90" type="body" sz="quarter" hasCustomPrompt="true"/>
          </p:nvPr>
        </p:nvSpPr>
        <p:spPr>
          <a:xfrm rot="0" flipH="false" flipV="false">
            <a:off x="609603" y="3289298"/>
            <a:ext cx="2501899" cy="7619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16666"/>
              </a:lnSpc>
              <a:defRPr sz="4400" b="tru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44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目录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1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92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93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94" type="body" sz="quarter" hasCustomPrompt="true"/>
          </p:nvPr>
        </p:nvSpPr>
        <p:spPr>
          <a:xfrm rot="0" flipH="false" flipV="false">
            <a:off x="761471" y="2667000"/>
            <a:ext cx="2363258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CONTENTS</a:t>
            </a:r>
          </a:p>
        </p:txBody>
      </p:sp>
      <p:sp>
        <p:nvSpPr>
          <p:cNvPr name="AutoShape 6" id="6"/>
          <p:cNvSpPr/>
          <p:nvPr>
            <p:ph idx="95" type="body" sz="quarter" hasCustomPrompt="true"/>
          </p:nvPr>
        </p:nvSpPr>
        <p:spPr>
          <a:xfrm rot="0" flipH="false" flipV="false">
            <a:off x="760942" y="3175000"/>
            <a:ext cx="2364317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0000"/>
              </a:lnSpc>
              <a:defRPr sz="4800" b="tru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48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目录</a:t>
            </a:r>
          </a:p>
        </p:txBody>
      </p:sp>
      <p:sp>
        <p:nvSpPr>
          <p:cNvPr name="AutoShape 7" id="7"/>
          <p:cNvSpPr/>
          <p:nvPr>
            <p:ph idx="96" type="body" sz="quarter" hasCustomPrompt="true"/>
          </p:nvPr>
        </p:nvSpPr>
        <p:spPr>
          <a:xfrm rot="0" flipH="false" flipV="false">
            <a:off x="4070350" y="2286000"/>
            <a:ext cx="5969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2F56C8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2F56C8"/>
                </a:solidFill>
                <a:latin typeface="MiSans Normal"/>
                <a:ea typeface="MiSans Normal"/>
                <a:cs typeface="MiSans Normal"/>
                <a:sym typeface="MiSans Normal"/>
              </a:rPr>
              <a:t>01</a:t>
            </a:r>
          </a:p>
        </p:txBody>
      </p:sp>
      <p:sp>
        <p:nvSpPr>
          <p:cNvPr name="Freeform 8" id="8"/>
          <p:cNvSpPr/>
          <p:nvPr>
            <p:ph idx="97" type="body" sz="quarter" hasCustomPrompt="true"/>
          </p:nvPr>
        </p:nvSpPr>
        <p:spPr>
          <a:xfrm rot="0" flipH="false" flipV="false">
            <a:off x="4851400" y="2209800"/>
            <a:ext cx="25400" cy="762000"/>
          </a:xfrm>
          <a:custGeom>
            <a:avLst/>
            <a:gdLst/>
            <a:ahLst/>
            <a:cxnLst/>
            <a:rect r="r" b="b" t="t" l="l"/>
            <a:pathLst>
              <a:path h="762000" w="254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rgbClr val="2F56C8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9" id="9"/>
          <p:cNvSpPr/>
          <p:nvPr>
            <p:ph idx="98" type="body" sz="quarter" hasCustomPrompt="true"/>
          </p:nvPr>
        </p:nvSpPr>
        <p:spPr>
          <a:xfrm rot="0" flipH="false" flipV="false">
            <a:off x="5080000" y="2133600"/>
            <a:ext cx="23241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0" id="10"/>
          <p:cNvSpPr/>
          <p:nvPr>
            <p:ph idx="99" type="body" sz="quarter" hasCustomPrompt="true"/>
          </p:nvPr>
        </p:nvSpPr>
        <p:spPr>
          <a:xfrm rot="0" flipH="false" flipV="false">
            <a:off x="7994650" y="2286000"/>
            <a:ext cx="5969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2F56C8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2F56C8"/>
                </a:solidFill>
                <a:latin typeface="MiSans Normal"/>
                <a:ea typeface="MiSans Normal"/>
                <a:cs typeface="MiSans Normal"/>
                <a:sym typeface="MiSans Normal"/>
              </a:rPr>
              <a:t>02</a:t>
            </a:r>
          </a:p>
        </p:txBody>
      </p:sp>
      <p:sp>
        <p:nvSpPr>
          <p:cNvPr name="Freeform 11" id="11"/>
          <p:cNvSpPr/>
          <p:nvPr>
            <p:ph idx="100" type="body" sz="quarter" hasCustomPrompt="true"/>
          </p:nvPr>
        </p:nvSpPr>
        <p:spPr>
          <a:xfrm rot="0" flipH="false" flipV="false">
            <a:off x="8775700" y="2209800"/>
            <a:ext cx="25400" cy="762000"/>
          </a:xfrm>
          <a:custGeom>
            <a:avLst/>
            <a:gdLst/>
            <a:ahLst/>
            <a:cxnLst/>
            <a:rect r="r" b="b" t="t" l="l"/>
            <a:pathLst>
              <a:path h="762000" w="254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rgbClr val="2F56C8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2" id="12"/>
          <p:cNvSpPr/>
          <p:nvPr>
            <p:ph idx="101" type="body" sz="quarter" hasCustomPrompt="true"/>
          </p:nvPr>
        </p:nvSpPr>
        <p:spPr>
          <a:xfrm rot="0" flipH="false" flipV="false">
            <a:off x="9004300" y="2133600"/>
            <a:ext cx="23241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3" id="13"/>
          <p:cNvSpPr/>
          <p:nvPr>
            <p:ph idx="102" type="body" sz="quarter" hasCustomPrompt="true"/>
          </p:nvPr>
        </p:nvSpPr>
        <p:spPr>
          <a:xfrm rot="0" flipH="false" flipV="false">
            <a:off x="4070350" y="3962400"/>
            <a:ext cx="5969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2F56C8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2F56C8"/>
                </a:solidFill>
                <a:latin typeface="MiSans Normal"/>
                <a:ea typeface="MiSans Normal"/>
                <a:cs typeface="MiSans Normal"/>
                <a:sym typeface="MiSans Normal"/>
              </a:rPr>
              <a:t>03</a:t>
            </a:r>
          </a:p>
        </p:txBody>
      </p:sp>
      <p:sp>
        <p:nvSpPr>
          <p:cNvPr name="Freeform 14" id="14"/>
          <p:cNvSpPr/>
          <p:nvPr>
            <p:ph idx="103" type="body" sz="quarter" hasCustomPrompt="true"/>
          </p:nvPr>
        </p:nvSpPr>
        <p:spPr>
          <a:xfrm rot="0" flipH="false" flipV="false">
            <a:off x="4851400" y="3886200"/>
            <a:ext cx="25400" cy="762000"/>
          </a:xfrm>
          <a:custGeom>
            <a:avLst/>
            <a:gdLst/>
            <a:ahLst/>
            <a:cxnLst/>
            <a:rect r="r" b="b" t="t" l="l"/>
            <a:pathLst>
              <a:path h="762000" w="254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rgbClr val="2F56C8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5" id="15"/>
          <p:cNvSpPr/>
          <p:nvPr>
            <p:ph idx="104" type="body" sz="quarter" hasCustomPrompt="true"/>
          </p:nvPr>
        </p:nvSpPr>
        <p:spPr>
          <a:xfrm rot="0" flipH="false" flipV="false">
            <a:off x="5080000" y="3810000"/>
            <a:ext cx="23241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6" id="16"/>
          <p:cNvSpPr/>
          <p:nvPr>
            <p:ph idx="105" type="body" sz="quarter" hasCustomPrompt="true"/>
          </p:nvPr>
        </p:nvSpPr>
        <p:spPr>
          <a:xfrm rot="0" flipH="false" flipV="false">
            <a:off x="7994650" y="3962400"/>
            <a:ext cx="5969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2F56C8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2F56C8"/>
                </a:solidFill>
                <a:latin typeface="MiSans Normal"/>
                <a:ea typeface="MiSans Normal"/>
                <a:cs typeface="MiSans Normal"/>
                <a:sym typeface="MiSans Normal"/>
              </a:rPr>
              <a:t>04</a:t>
            </a:r>
          </a:p>
        </p:txBody>
      </p:sp>
      <p:sp>
        <p:nvSpPr>
          <p:cNvPr name="Freeform 17" id="17"/>
          <p:cNvSpPr/>
          <p:nvPr>
            <p:ph idx="106" type="body" sz="quarter" hasCustomPrompt="true"/>
          </p:nvPr>
        </p:nvSpPr>
        <p:spPr>
          <a:xfrm rot="0" flipH="false" flipV="false">
            <a:off x="8775700" y="3886200"/>
            <a:ext cx="25400" cy="762000"/>
          </a:xfrm>
          <a:custGeom>
            <a:avLst/>
            <a:gdLst/>
            <a:ahLst/>
            <a:cxnLst/>
            <a:rect r="r" b="b" t="t" l="l"/>
            <a:pathLst>
              <a:path h="762000" w="254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rgbClr val="2F56C8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8" id="18"/>
          <p:cNvSpPr/>
          <p:nvPr>
            <p:ph idx="107" type="body" sz="quarter" hasCustomPrompt="true"/>
          </p:nvPr>
        </p:nvSpPr>
        <p:spPr>
          <a:xfrm rot="0" flipH="false" flipV="false">
            <a:off x="9004300" y="3810000"/>
            <a:ext cx="23241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Freeform 3" id="3"/>
          <p:cNvSpPr/>
          <p:nvPr/>
        </p:nvSpPr>
        <p:spPr>
          <a:xfrm rot="0" flipH="false" flipV="false">
            <a:off x="1041401" y="2476497"/>
            <a:ext cx="2336800" cy="1917700"/>
          </a:xfrm>
          <a:custGeom>
            <a:avLst/>
            <a:gdLst/>
            <a:ahLst/>
            <a:cxnLst/>
            <a:rect r="r" b="b" t="t" l="l"/>
            <a:pathLst>
              <a:path h="1917700" w="2336800">
                <a:moveTo>
                  <a:pt x="643651" y="197950"/>
                </a:moveTo>
                <a:cubicBezTo>
                  <a:pt x="688214" y="78894"/>
                  <a:pt x="801971" y="0"/>
                  <a:pt x="929075" y="0"/>
                </a:cubicBezTo>
                <a:lnTo>
                  <a:pt x="2336800" y="0"/>
                </a:lnTo>
                <a:lnTo>
                  <a:pt x="1693140" y="1719750"/>
                </a:lnTo>
                <a:cubicBezTo>
                  <a:pt x="1648577" y="1838806"/>
                  <a:pt x="1534829" y="1917700"/>
                  <a:pt x="1407715" y="1917700"/>
                </a:cubicBezTo>
                <a:lnTo>
                  <a:pt x="0" y="1917700"/>
                </a:lnTo>
                <a:lnTo>
                  <a:pt x="643651" y="197950"/>
                </a:lnTo>
                <a:close/>
              </a:path>
            </a:pathLst>
          </a:custGeom>
          <a:gradFill rotWithShape="true">
            <a:gsLst>
              <a:gs pos="0">
                <a:srgbClr val="00B5EE">
                  <a:alpha val="100000"/>
                </a:srgbClr>
              </a:gs>
              <a:gs pos="100000">
                <a:srgbClr val="2F56C8">
                  <a:alpha val="100000"/>
                </a:srgbClr>
              </a:gs>
            </a:gsLst>
            <a:lin ang="1620000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108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09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6" id="6"/>
          <p:cNvSpPr/>
          <p:nvPr>
            <p:ph idx="110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7" id="7"/>
          <p:cNvSpPr/>
          <p:nvPr>
            <p:ph idx="111" type="body" sz="quarter" hasCustomPrompt="true"/>
          </p:nvPr>
        </p:nvSpPr>
        <p:spPr>
          <a:xfrm rot="0" flipH="false" flipV="false">
            <a:off x="3733800" y="2284095"/>
            <a:ext cx="7131685" cy="22898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00000"/>
              </a:lnSpc>
              <a:defRPr sz="48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48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章节页的标题</a:t>
            </a:r>
          </a:p>
        </p:txBody>
      </p:sp>
      <p:sp>
        <p:nvSpPr>
          <p:cNvPr name="AutoShape 8" id="8"/>
          <p:cNvSpPr/>
          <p:nvPr>
            <p:ph idx="112" type="body" sz="quarter" hasCustomPrompt="true"/>
          </p:nvPr>
        </p:nvSpPr>
        <p:spPr>
          <a:xfrm rot="0" flipH="false" flipV="false">
            <a:off x="368302" y="2351450"/>
            <a:ext cx="2451104" cy="21177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r">
              <a:lnSpc>
                <a:spcPct val="108333"/>
              </a:lnSpc>
              <a:defRPr sz="100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 marL="228600" indent="-22860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100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01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Freeform 3" id="3"/>
          <p:cNvSpPr/>
          <p:nvPr/>
        </p:nvSpPr>
        <p:spPr>
          <a:xfrm rot="0" flipH="false" flipV="false">
            <a:off x="5156201" y="2882902"/>
            <a:ext cx="1879600" cy="165100"/>
          </a:xfrm>
          <a:custGeom>
            <a:avLst/>
            <a:gdLst/>
            <a:ahLst/>
            <a:cxnLst/>
            <a:rect r="r" b="b" t="t" l="l"/>
            <a:pathLst>
              <a:path h="165100" w="1879600">
                <a:moveTo>
                  <a:pt x="0" y="82550"/>
                </a:moveTo>
                <a:cubicBezTo>
                  <a:pt x="0" y="36960"/>
                  <a:pt x="36960" y="0"/>
                  <a:pt x="82551" y="0"/>
                </a:cubicBezTo>
                <a:lnTo>
                  <a:pt x="1797049" y="0"/>
                </a:lnTo>
                <a:cubicBezTo>
                  <a:pt x="1842640" y="0"/>
                  <a:pt x="1879600" y="36960"/>
                  <a:pt x="1879600" y="82550"/>
                </a:cubicBezTo>
                <a:lnTo>
                  <a:pt x="1879600" y="82550"/>
                </a:lnTo>
                <a:cubicBezTo>
                  <a:pt x="1879600" y="128140"/>
                  <a:pt x="1842640" y="165100"/>
                  <a:pt x="1797049" y="165100"/>
                </a:cubicBezTo>
                <a:lnTo>
                  <a:pt x="82551" y="165100"/>
                </a:lnTo>
                <a:cubicBezTo>
                  <a:pt x="36960" y="165100"/>
                  <a:pt x="0" y="128140"/>
                  <a:pt x="0" y="82550"/>
                </a:cubicBezTo>
                <a:lnTo>
                  <a:pt x="0" y="82550"/>
                </a:lnTo>
                <a:close/>
              </a:path>
            </a:pathLst>
          </a:custGeom>
          <a:gradFill rotWithShape="true">
            <a:gsLst>
              <a:gs pos="0">
                <a:srgbClr val="00B5EE">
                  <a:alpha val="100000"/>
                </a:srgbClr>
              </a:gs>
              <a:gs pos="100000">
                <a:srgbClr val="2F56C8">
                  <a:alpha val="10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>
            <p:ph idx="113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14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6" id="6"/>
          <p:cNvSpPr/>
          <p:nvPr>
            <p:ph idx="115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7" id="7"/>
          <p:cNvSpPr/>
          <p:nvPr>
            <p:ph idx="116" type="body" sz="quarter" hasCustomPrompt="true"/>
          </p:nvPr>
        </p:nvSpPr>
        <p:spPr>
          <a:xfrm rot="0" flipH="false" flipV="false">
            <a:off x="3898901" y="2613657"/>
            <a:ext cx="439420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ctr">
              <a:lnSpc>
                <a:spcPct val="125000"/>
              </a:lnSpc>
              <a:defRPr sz="2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2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THE END</a:t>
            </a:r>
          </a:p>
        </p:txBody>
      </p:sp>
      <p:sp>
        <p:nvSpPr>
          <p:cNvPr name="AutoShape 8" id="8"/>
          <p:cNvSpPr/>
          <p:nvPr>
            <p:ph idx="117" type="body" sz="quarter" hasCustomPrompt="true"/>
          </p:nvPr>
        </p:nvSpPr>
        <p:spPr>
          <a:xfrm rot="0" flipH="false" flipV="false">
            <a:off x="3835396" y="3206746"/>
            <a:ext cx="4521196" cy="10159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ctr">
              <a:lnSpc>
                <a:spcPct val="100000"/>
              </a:lnSpc>
              <a:defRPr sz="64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64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谢谢观看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目录页-1-5_5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3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24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125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126" type="body" sz="quarter" hasCustomPrompt="true"/>
          </p:nvPr>
        </p:nvSpPr>
        <p:spPr>
          <a:xfrm rot="0" flipH="false" flipV="false">
            <a:off x="761471" y="2667000"/>
            <a:ext cx="2363258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CONTENTS</a:t>
            </a:r>
          </a:p>
        </p:txBody>
      </p:sp>
      <p:sp>
        <p:nvSpPr>
          <p:cNvPr name="AutoShape 6" id="6"/>
          <p:cNvSpPr/>
          <p:nvPr>
            <p:ph idx="127" type="body" sz="quarter" hasCustomPrompt="true"/>
          </p:nvPr>
        </p:nvSpPr>
        <p:spPr>
          <a:xfrm rot="0" flipH="false" flipV="false">
            <a:off x="760942" y="3175000"/>
            <a:ext cx="2364317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0000"/>
              </a:lnSpc>
              <a:defRPr sz="4800" b="tru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48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目录</a:t>
            </a:r>
          </a:p>
        </p:txBody>
      </p:sp>
      <p:sp>
        <p:nvSpPr>
          <p:cNvPr name="AutoShape 7" id="7"/>
          <p:cNvSpPr/>
          <p:nvPr>
            <p:ph idx="128" type="body" sz="quarter" hasCustomPrompt="true"/>
          </p:nvPr>
        </p:nvSpPr>
        <p:spPr>
          <a:xfrm rot="0" flipH="false" flipV="false">
            <a:off x="4070350" y="1447800"/>
            <a:ext cx="5969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0B95E5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0B95E5"/>
                </a:solidFill>
                <a:latin typeface="MiSans Normal"/>
                <a:ea typeface="MiSans Normal"/>
                <a:cs typeface="MiSans Normal"/>
                <a:sym typeface="MiSans Normal"/>
              </a:rPr>
              <a:t>01</a:t>
            </a:r>
          </a:p>
        </p:txBody>
      </p:sp>
      <p:sp>
        <p:nvSpPr>
          <p:cNvPr name="Freeform 8" id="8"/>
          <p:cNvSpPr/>
          <p:nvPr>
            <p:ph idx="129" type="body" sz="quarter" hasCustomPrompt="true"/>
          </p:nvPr>
        </p:nvSpPr>
        <p:spPr>
          <a:xfrm rot="0" flipH="false" flipV="false">
            <a:off x="4851400" y="1371600"/>
            <a:ext cx="25400" cy="762000"/>
          </a:xfrm>
          <a:custGeom>
            <a:avLst/>
            <a:gdLst/>
            <a:ahLst/>
            <a:cxnLst/>
            <a:rect r="r" b="b" t="t" l="l"/>
            <a:pathLst>
              <a:path h="762000" w="254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rgbClr val="0B95E5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9" id="9"/>
          <p:cNvSpPr/>
          <p:nvPr>
            <p:ph idx="130" type="body" sz="quarter" hasCustomPrompt="true"/>
          </p:nvPr>
        </p:nvSpPr>
        <p:spPr>
          <a:xfrm rot="0" flipH="false" flipV="false">
            <a:off x="5080000" y="1295400"/>
            <a:ext cx="23241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0" id="10"/>
          <p:cNvSpPr/>
          <p:nvPr>
            <p:ph idx="131" type="body" sz="quarter" hasCustomPrompt="true"/>
          </p:nvPr>
        </p:nvSpPr>
        <p:spPr>
          <a:xfrm rot="0" flipH="false" flipV="false">
            <a:off x="7994650" y="1447800"/>
            <a:ext cx="5969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0B95E5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0B95E5"/>
                </a:solidFill>
                <a:latin typeface="MiSans Normal"/>
                <a:ea typeface="MiSans Normal"/>
                <a:cs typeface="MiSans Normal"/>
                <a:sym typeface="MiSans Normal"/>
              </a:rPr>
              <a:t>02</a:t>
            </a:r>
          </a:p>
        </p:txBody>
      </p:sp>
      <p:sp>
        <p:nvSpPr>
          <p:cNvPr name="Freeform 11" id="11"/>
          <p:cNvSpPr/>
          <p:nvPr>
            <p:ph idx="132" type="body" sz="quarter" hasCustomPrompt="true"/>
          </p:nvPr>
        </p:nvSpPr>
        <p:spPr>
          <a:xfrm rot="0" flipH="false" flipV="false">
            <a:off x="8775700" y="1371600"/>
            <a:ext cx="25400" cy="762000"/>
          </a:xfrm>
          <a:custGeom>
            <a:avLst/>
            <a:gdLst/>
            <a:ahLst/>
            <a:cxnLst/>
            <a:rect r="r" b="b" t="t" l="l"/>
            <a:pathLst>
              <a:path h="762000" w="254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rgbClr val="0B95E5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2" id="12"/>
          <p:cNvSpPr/>
          <p:nvPr>
            <p:ph idx="133" type="body" sz="quarter" hasCustomPrompt="true"/>
          </p:nvPr>
        </p:nvSpPr>
        <p:spPr>
          <a:xfrm rot="0" flipH="false" flipV="false">
            <a:off x="9004300" y="1295400"/>
            <a:ext cx="23241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3" id="13"/>
          <p:cNvSpPr/>
          <p:nvPr>
            <p:ph idx="134" type="body" sz="quarter" hasCustomPrompt="true"/>
          </p:nvPr>
        </p:nvSpPr>
        <p:spPr>
          <a:xfrm rot="0" flipH="false" flipV="false">
            <a:off x="4070350" y="3124200"/>
            <a:ext cx="5969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0B95E5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0B95E5"/>
                </a:solidFill>
                <a:latin typeface="MiSans Normal"/>
                <a:ea typeface="MiSans Normal"/>
                <a:cs typeface="MiSans Normal"/>
                <a:sym typeface="MiSans Normal"/>
              </a:rPr>
              <a:t>03</a:t>
            </a:r>
          </a:p>
        </p:txBody>
      </p:sp>
      <p:sp>
        <p:nvSpPr>
          <p:cNvPr name="Freeform 14" id="14"/>
          <p:cNvSpPr/>
          <p:nvPr>
            <p:ph idx="135" type="body" sz="quarter" hasCustomPrompt="true"/>
          </p:nvPr>
        </p:nvSpPr>
        <p:spPr>
          <a:xfrm rot="0" flipH="false" flipV="false">
            <a:off x="4851400" y="3048000"/>
            <a:ext cx="25400" cy="762000"/>
          </a:xfrm>
          <a:custGeom>
            <a:avLst/>
            <a:gdLst/>
            <a:ahLst/>
            <a:cxnLst/>
            <a:rect r="r" b="b" t="t" l="l"/>
            <a:pathLst>
              <a:path h="762000" w="254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rgbClr val="0B95E5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5" id="15"/>
          <p:cNvSpPr/>
          <p:nvPr>
            <p:ph idx="136" type="body" sz="quarter" hasCustomPrompt="true"/>
          </p:nvPr>
        </p:nvSpPr>
        <p:spPr>
          <a:xfrm rot="0" flipH="false" flipV="false">
            <a:off x="5080000" y="2971800"/>
            <a:ext cx="23241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6" id="16"/>
          <p:cNvSpPr/>
          <p:nvPr>
            <p:ph idx="137" type="body" sz="quarter" hasCustomPrompt="true"/>
          </p:nvPr>
        </p:nvSpPr>
        <p:spPr>
          <a:xfrm rot="0" flipH="false" flipV="false">
            <a:off x="7994650" y="3124200"/>
            <a:ext cx="5969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0B95E5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0B95E5"/>
                </a:solidFill>
                <a:latin typeface="MiSans Normal"/>
                <a:ea typeface="MiSans Normal"/>
                <a:cs typeface="MiSans Normal"/>
                <a:sym typeface="MiSans Normal"/>
              </a:rPr>
              <a:t>04</a:t>
            </a:r>
          </a:p>
        </p:txBody>
      </p:sp>
      <p:sp>
        <p:nvSpPr>
          <p:cNvPr name="Freeform 17" id="17"/>
          <p:cNvSpPr/>
          <p:nvPr>
            <p:ph idx="138" type="body" sz="quarter" hasCustomPrompt="true"/>
          </p:nvPr>
        </p:nvSpPr>
        <p:spPr>
          <a:xfrm rot="0" flipH="false" flipV="false">
            <a:off x="8775700" y="3048000"/>
            <a:ext cx="25400" cy="762000"/>
          </a:xfrm>
          <a:custGeom>
            <a:avLst/>
            <a:gdLst/>
            <a:ahLst/>
            <a:cxnLst/>
            <a:rect r="r" b="b" t="t" l="l"/>
            <a:pathLst>
              <a:path h="762000" w="254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rgbClr val="0B95E5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8" id="18"/>
          <p:cNvSpPr/>
          <p:nvPr>
            <p:ph idx="139" type="body" sz="quarter" hasCustomPrompt="true"/>
          </p:nvPr>
        </p:nvSpPr>
        <p:spPr>
          <a:xfrm rot="0" flipH="false" flipV="false">
            <a:off x="9004300" y="2971800"/>
            <a:ext cx="23241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9" id="19"/>
          <p:cNvSpPr/>
          <p:nvPr>
            <p:ph idx="140" type="body" sz="quarter" hasCustomPrompt="true"/>
          </p:nvPr>
        </p:nvSpPr>
        <p:spPr>
          <a:xfrm rot="0" flipH="false" flipV="false">
            <a:off x="4070350" y="4800600"/>
            <a:ext cx="5969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0B95E5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0B95E5"/>
                </a:solidFill>
                <a:latin typeface="MiSans Normal"/>
                <a:ea typeface="MiSans Normal"/>
                <a:cs typeface="MiSans Normal"/>
                <a:sym typeface="MiSans Normal"/>
              </a:rPr>
              <a:t>05</a:t>
            </a:r>
          </a:p>
        </p:txBody>
      </p:sp>
      <p:sp>
        <p:nvSpPr>
          <p:cNvPr name="Freeform 20" id="20"/>
          <p:cNvSpPr/>
          <p:nvPr>
            <p:ph idx="141" type="body" sz="quarter" hasCustomPrompt="true"/>
          </p:nvPr>
        </p:nvSpPr>
        <p:spPr>
          <a:xfrm rot="0" flipH="false" flipV="false">
            <a:off x="4851400" y="4724400"/>
            <a:ext cx="25400" cy="762000"/>
          </a:xfrm>
          <a:custGeom>
            <a:avLst/>
            <a:gdLst/>
            <a:ahLst/>
            <a:cxnLst/>
            <a:rect r="r" b="b" t="t" l="l"/>
            <a:pathLst>
              <a:path h="762000" w="254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rgbClr val="0B95E5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21" id="21"/>
          <p:cNvSpPr/>
          <p:nvPr>
            <p:ph idx="142" type="body" sz="quarter" hasCustomPrompt="true"/>
          </p:nvPr>
        </p:nvSpPr>
        <p:spPr>
          <a:xfrm rot="0" flipH="false" flipV="false">
            <a:off x="5080000" y="4648200"/>
            <a:ext cx="23241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页-30_82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3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44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145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146" type="body" sz="quarter" hasCustomPrompt="true"/>
          </p:nvPr>
        </p:nvSpPr>
        <p:spPr>
          <a:xfrm rot="0" flipH="false" flipV="false">
            <a:off x="5257800" y="533400"/>
            <a:ext cx="63246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单击此处添加标题</a:t>
            </a:r>
          </a:p>
        </p:txBody>
      </p:sp>
      <p:sp>
        <p:nvSpPr>
          <p:cNvPr name="Freeform 6" id="6"/>
          <p:cNvSpPr/>
          <p:nvPr>
            <p:ph idx="147" type="body" sz="quarter" hasCustomPrompt="true"/>
          </p:nvPr>
        </p:nvSpPr>
        <p:spPr>
          <a:xfrm rot="0" flipH="false" flipV="false">
            <a:off x="609600" y="609600"/>
            <a:ext cx="4038600" cy="5638800"/>
          </a:xfrm>
          <a:custGeom>
            <a:avLst/>
            <a:gdLst/>
            <a:ahLst/>
            <a:cxnLst/>
            <a:rect r="r" b="b" t="t" l="l"/>
            <a:pathLst>
              <a:path h="5638800" w="40386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t" wrap="square" lIns="90000" rIns="90000" tIns="46800" bIns="46800">
            <a:normAutofit lnSpcReduction="0"/>
          </a:bodyPr>
          <a:lstStyle>
            <a:lvl1pPr algn="l">
              <a:lnSpc>
                <a:spcPct val="116666"/>
              </a:lnSpc>
              <a:defRPr sz="1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lvl="4" indent="-177800" marL="1257800">
              <a:lnSpc>
                <a:spcPct val="116666"/>
              </a:lnSpc>
              <a:spcAft>
                <a:spcPts val="300"/>
              </a:spcAft>
              <a:buChar char=" 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Freeform 7" id="7"/>
          <p:cNvSpPr/>
          <p:nvPr>
            <p:ph idx="148" type="body" sz="quarter" hasCustomPrompt="true"/>
          </p:nvPr>
        </p:nvSpPr>
        <p:spPr>
          <a:xfrm rot="0" flipH="false" flipV="false">
            <a:off x="5257800" y="1676400"/>
            <a:ext cx="50800" cy="1117600"/>
          </a:xfrm>
          <a:custGeom>
            <a:avLst/>
            <a:gdLst/>
            <a:ahLst/>
            <a:cxnLst/>
            <a:rect r="r" b="b" t="t" l="l"/>
            <a:pathLst>
              <a:path h="1117600" w="50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rgbClr val="0B95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16666"/>
              </a:lnSpc>
              <a:defRPr sz="1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lvl="4" indent="-177800" marL="1257800">
              <a:lnSpc>
                <a:spcPct val="116666"/>
              </a:lnSpc>
              <a:spcAft>
                <a:spcPts val="300"/>
              </a:spcAft>
              <a:buChar char=" 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8" id="8"/>
          <p:cNvSpPr/>
          <p:nvPr>
            <p:ph idx="149" type="body" sz="quarter" hasCustomPrompt="true"/>
          </p:nvPr>
        </p:nvSpPr>
        <p:spPr>
          <a:xfrm rot="0" flipH="false" flipV="false">
            <a:off x="5410200" y="1676400"/>
            <a:ext cx="61722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9" id="9"/>
          <p:cNvSpPr/>
          <p:nvPr>
            <p:ph idx="150" type="body" sz="quarter" hasCustomPrompt="true"/>
          </p:nvPr>
        </p:nvSpPr>
        <p:spPr>
          <a:xfrm rot="0" flipH="false" flipV="false">
            <a:off x="5410200" y="2184400"/>
            <a:ext cx="6172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Freeform 10" id="10"/>
          <p:cNvSpPr/>
          <p:nvPr>
            <p:ph idx="151" type="body" sz="quarter" hasCustomPrompt="true"/>
          </p:nvPr>
        </p:nvSpPr>
        <p:spPr>
          <a:xfrm rot="0" flipH="false" flipV="false">
            <a:off x="5257800" y="3403600"/>
            <a:ext cx="50800" cy="1117600"/>
          </a:xfrm>
          <a:custGeom>
            <a:avLst/>
            <a:gdLst/>
            <a:ahLst/>
            <a:cxnLst/>
            <a:rect r="r" b="b" t="t" l="l"/>
            <a:pathLst>
              <a:path h="1117600" w="50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rgbClr val="0B95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16666"/>
              </a:lnSpc>
              <a:defRPr sz="1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lvl="4" indent="-177800" marL="1257800">
              <a:lnSpc>
                <a:spcPct val="116666"/>
              </a:lnSpc>
              <a:spcAft>
                <a:spcPts val="300"/>
              </a:spcAft>
              <a:buChar char=" 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1" id="11"/>
          <p:cNvSpPr/>
          <p:nvPr>
            <p:ph idx="152" type="body" sz="quarter" hasCustomPrompt="true"/>
          </p:nvPr>
        </p:nvSpPr>
        <p:spPr>
          <a:xfrm rot="0" flipH="false" flipV="false">
            <a:off x="5410200" y="3403600"/>
            <a:ext cx="61722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2" id="12"/>
          <p:cNvSpPr/>
          <p:nvPr>
            <p:ph idx="153" type="body" sz="quarter" hasCustomPrompt="true"/>
          </p:nvPr>
        </p:nvSpPr>
        <p:spPr>
          <a:xfrm rot="0" flipH="false" flipV="false">
            <a:off x="5410200" y="3911600"/>
            <a:ext cx="6172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Freeform 13" id="13"/>
          <p:cNvSpPr/>
          <p:nvPr>
            <p:ph idx="154" type="body" sz="quarter" hasCustomPrompt="true"/>
          </p:nvPr>
        </p:nvSpPr>
        <p:spPr>
          <a:xfrm rot="0" flipH="false" flipV="false">
            <a:off x="5257800" y="5130800"/>
            <a:ext cx="50800" cy="1117600"/>
          </a:xfrm>
          <a:custGeom>
            <a:avLst/>
            <a:gdLst/>
            <a:ahLst/>
            <a:cxnLst/>
            <a:rect r="r" b="b" t="t" l="l"/>
            <a:pathLst>
              <a:path h="1117600" w="50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rgbClr val="0B95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16666"/>
              </a:lnSpc>
              <a:defRPr sz="1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lvl="4" indent="-177800" marL="1257800">
              <a:lnSpc>
                <a:spcPct val="116666"/>
              </a:lnSpc>
              <a:spcAft>
                <a:spcPts val="300"/>
              </a:spcAft>
              <a:buChar char=" 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4" id="14"/>
          <p:cNvSpPr/>
          <p:nvPr>
            <p:ph idx="155" type="body" sz="quarter" hasCustomPrompt="true"/>
          </p:nvPr>
        </p:nvSpPr>
        <p:spPr>
          <a:xfrm rot="0" flipH="false" flipV="false">
            <a:off x="5410200" y="5130800"/>
            <a:ext cx="61722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5" id="15"/>
          <p:cNvSpPr/>
          <p:nvPr>
            <p:ph idx="156" type="body" sz="quarter" hasCustomPrompt="true"/>
          </p:nvPr>
        </p:nvSpPr>
        <p:spPr>
          <a:xfrm rot="0" flipH="false" flipV="false">
            <a:off x="5410200" y="5638800"/>
            <a:ext cx="6172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页-2_3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7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58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159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160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单击此处添加标题</a:t>
            </a:r>
          </a:p>
        </p:txBody>
      </p:sp>
      <p:sp>
        <p:nvSpPr>
          <p:cNvPr name="Freeform 6" id="6"/>
          <p:cNvSpPr/>
          <p:nvPr>
            <p:ph idx="161" type="body" sz="quarter" hasCustomPrompt="true"/>
          </p:nvPr>
        </p:nvSpPr>
        <p:spPr>
          <a:xfrm rot="0" flipH="false" flipV="false">
            <a:off x="609600" y="4165600"/>
            <a:ext cx="5334000" cy="2082800"/>
          </a:xfrm>
          <a:custGeom>
            <a:avLst/>
            <a:gdLst/>
            <a:ahLst/>
            <a:cxnLst/>
            <a:rect r="r" b="b" t="t" l="l"/>
            <a:pathLst>
              <a:path h="2082800" w="53340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7" id="7"/>
          <p:cNvSpPr/>
          <p:nvPr>
            <p:ph idx="162" type="pic" sz="quarter"/>
          </p:nvPr>
        </p:nvSpPr>
        <p:spPr>
          <a:xfrm rot="0" flipH="false" flipV="false">
            <a:off x="609600" y="1524000"/>
            <a:ext cx="5334000" cy="26416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63" type="body" sz="quarter" hasCustomPrompt="true"/>
          </p:nvPr>
        </p:nvSpPr>
        <p:spPr>
          <a:xfrm rot="0" flipH="false" flipV="false">
            <a:off x="914400" y="4470400"/>
            <a:ext cx="47244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9" id="9"/>
          <p:cNvSpPr/>
          <p:nvPr>
            <p:ph idx="164" type="body" sz="quarter" hasCustomPrompt="true"/>
          </p:nvPr>
        </p:nvSpPr>
        <p:spPr>
          <a:xfrm rot="0" flipH="false" flipV="false">
            <a:off x="914400" y="5029200"/>
            <a:ext cx="47244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Freeform 10" id="10"/>
          <p:cNvSpPr/>
          <p:nvPr>
            <p:ph idx="165" type="body" sz="quarter" hasCustomPrompt="true"/>
          </p:nvPr>
        </p:nvSpPr>
        <p:spPr>
          <a:xfrm rot="0" flipH="false" flipV="false">
            <a:off x="6248400" y="4165600"/>
            <a:ext cx="5334000" cy="2082800"/>
          </a:xfrm>
          <a:custGeom>
            <a:avLst/>
            <a:gdLst/>
            <a:ahLst/>
            <a:cxnLst/>
            <a:rect r="r" b="b" t="t" l="l"/>
            <a:pathLst>
              <a:path h="2082800" w="53340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B95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1" id="11"/>
          <p:cNvSpPr/>
          <p:nvPr>
            <p:ph idx="166" type="pic" sz="quarter"/>
          </p:nvPr>
        </p:nvSpPr>
        <p:spPr>
          <a:xfrm rot="0" flipH="false" flipV="false">
            <a:off x="6248400" y="1524000"/>
            <a:ext cx="5334000" cy="26416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167" type="body" sz="quarter" hasCustomPrompt="true"/>
          </p:nvPr>
        </p:nvSpPr>
        <p:spPr>
          <a:xfrm rot="0" flipH="false" flipV="false">
            <a:off x="6553200" y="4470400"/>
            <a:ext cx="47244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3" id="13"/>
          <p:cNvSpPr/>
          <p:nvPr>
            <p:ph idx="168" type="body" sz="quarter" hasCustomPrompt="true"/>
          </p:nvPr>
        </p:nvSpPr>
        <p:spPr>
          <a:xfrm rot="0" flipH="false" flipV="false">
            <a:off x="6553200" y="5029200"/>
            <a:ext cx="47244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页-6_69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9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70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171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172" type="body" sz="quarter" hasCustomPrompt="true"/>
          </p:nvPr>
        </p:nvSpPr>
        <p:spPr>
          <a:xfrm rot="0" flipH="false" flipV="false">
            <a:off x="609600" y="533400"/>
            <a:ext cx="63246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单击此处添加标题</a:t>
            </a:r>
          </a:p>
        </p:txBody>
      </p:sp>
      <p:sp>
        <p:nvSpPr>
          <p:cNvPr name="Freeform 6" id="6"/>
          <p:cNvSpPr/>
          <p:nvPr>
            <p:ph idx="173" type="body" sz="quarter" hasCustomPrompt="true"/>
          </p:nvPr>
        </p:nvSpPr>
        <p:spPr>
          <a:xfrm rot="0" flipH="false" flipV="false">
            <a:off x="7543800" y="609600"/>
            <a:ext cx="4038600" cy="5638800"/>
          </a:xfrm>
          <a:custGeom>
            <a:avLst/>
            <a:gdLst/>
            <a:ahLst/>
            <a:cxnLst/>
            <a:rect r="r" b="b" t="t" l="l"/>
            <a:pathLst>
              <a:path h="5638800" w="4038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t" wrap="square" lIns="90000" rIns="90000" tIns="46800" bIns="46800">
            <a:normAutofit lnSpcReduction="0"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Freeform 7" id="7"/>
          <p:cNvSpPr/>
          <p:nvPr>
            <p:ph idx="174" type="body" sz="quarter" hasCustomPrompt="true"/>
          </p:nvPr>
        </p:nvSpPr>
        <p:spPr>
          <a:xfrm rot="0" flipH="false" flipV="false">
            <a:off x="609600" y="3403600"/>
            <a:ext cx="50800" cy="1117600"/>
          </a:xfrm>
          <a:custGeom>
            <a:avLst/>
            <a:gdLst/>
            <a:ahLst/>
            <a:cxnLst/>
            <a:rect r="r" b="b" t="t" l="l"/>
            <a:pathLst>
              <a:path h="1117600" w="50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rgbClr val="0B95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8" id="8"/>
          <p:cNvSpPr/>
          <p:nvPr>
            <p:ph idx="175" type="body" sz="quarter" hasCustomPrompt="true"/>
          </p:nvPr>
        </p:nvSpPr>
        <p:spPr>
          <a:xfrm rot="0" flipH="false" flipV="false">
            <a:off x="762000" y="3403600"/>
            <a:ext cx="61722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9" id="9"/>
          <p:cNvSpPr/>
          <p:nvPr>
            <p:ph idx="176" type="body" sz="quarter" hasCustomPrompt="true"/>
          </p:nvPr>
        </p:nvSpPr>
        <p:spPr>
          <a:xfrm rot="0" flipH="false" flipV="false">
            <a:off x="762000" y="3911600"/>
            <a:ext cx="6172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Freeform 10" id="10"/>
          <p:cNvSpPr/>
          <p:nvPr>
            <p:ph idx="177" type="body" sz="quarter" hasCustomPrompt="true"/>
          </p:nvPr>
        </p:nvSpPr>
        <p:spPr>
          <a:xfrm rot="0" flipH="false" flipV="false">
            <a:off x="609600" y="5130800"/>
            <a:ext cx="50800" cy="1117600"/>
          </a:xfrm>
          <a:custGeom>
            <a:avLst/>
            <a:gdLst/>
            <a:ahLst/>
            <a:cxnLst/>
            <a:rect r="r" b="b" t="t" l="l"/>
            <a:pathLst>
              <a:path h="1117600" w="50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rgbClr val="0B95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1" id="11"/>
          <p:cNvSpPr/>
          <p:nvPr>
            <p:ph idx="178" type="body" sz="quarter" hasCustomPrompt="true"/>
          </p:nvPr>
        </p:nvSpPr>
        <p:spPr>
          <a:xfrm rot="0" flipH="false" flipV="false">
            <a:off x="762000" y="5130800"/>
            <a:ext cx="61722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2" id="12"/>
          <p:cNvSpPr/>
          <p:nvPr>
            <p:ph idx="179" type="body" sz="quarter" hasCustomPrompt="true"/>
          </p:nvPr>
        </p:nvSpPr>
        <p:spPr>
          <a:xfrm rot="0" flipH="false" flipV="false">
            <a:off x="762000" y="5638800"/>
            <a:ext cx="6172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页-34_7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0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81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182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183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单击此处添加标题</a:t>
            </a:r>
          </a:p>
        </p:txBody>
      </p:sp>
      <p:sp>
        <p:nvSpPr>
          <p:cNvPr name="AutoShape 6" id="6"/>
          <p:cNvSpPr/>
          <p:nvPr>
            <p:ph idx="184" type="pic" sz="quarter"/>
          </p:nvPr>
        </p:nvSpPr>
        <p:spPr>
          <a:xfrm rot="0" flipH="false" flipV="false">
            <a:off x="609600" y="2057400"/>
            <a:ext cx="1524000" cy="15240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85" type="body" sz="quarter" hasCustomPrompt="true"/>
          </p:nvPr>
        </p:nvSpPr>
        <p:spPr>
          <a:xfrm rot="0" flipH="false" flipV="false">
            <a:off x="2489200" y="2413000"/>
            <a:ext cx="90932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8" id="8"/>
          <p:cNvSpPr/>
          <p:nvPr>
            <p:ph idx="186" type="body" sz="quarter" hasCustomPrompt="true"/>
          </p:nvPr>
        </p:nvSpPr>
        <p:spPr>
          <a:xfrm rot="0" flipH="false" flipV="false">
            <a:off x="2489200" y="2921000"/>
            <a:ext cx="90932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AutoShape 9" id="9"/>
          <p:cNvSpPr/>
          <p:nvPr>
            <p:ph idx="187" type="pic" sz="quarter"/>
          </p:nvPr>
        </p:nvSpPr>
        <p:spPr>
          <a:xfrm rot="0" flipH="false" flipV="false">
            <a:off x="609600" y="4191000"/>
            <a:ext cx="1524000" cy="15240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188" type="body" sz="quarter" hasCustomPrompt="true"/>
          </p:nvPr>
        </p:nvSpPr>
        <p:spPr>
          <a:xfrm rot="0" flipH="false" flipV="false">
            <a:off x="2489200" y="4546600"/>
            <a:ext cx="90932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1" id="11"/>
          <p:cNvSpPr/>
          <p:nvPr>
            <p:ph idx="189" type="body" sz="quarter" hasCustomPrompt="true"/>
          </p:nvPr>
        </p:nvSpPr>
        <p:spPr>
          <a:xfrm rot="0" flipH="false" flipV="false">
            <a:off x="2489200" y="5054600"/>
            <a:ext cx="90932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页-26_18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0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1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192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193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单击此处添加标题</a:t>
            </a:r>
          </a:p>
        </p:txBody>
      </p:sp>
      <p:sp>
        <p:nvSpPr>
          <p:cNvPr name="Freeform 6" id="6"/>
          <p:cNvSpPr/>
          <p:nvPr>
            <p:ph idx="194" type="body" sz="quarter" hasCustomPrompt="true"/>
          </p:nvPr>
        </p:nvSpPr>
        <p:spPr>
          <a:xfrm rot="0" flipH="false" flipV="false">
            <a:off x="609600" y="3556000"/>
            <a:ext cx="3454400" cy="2692400"/>
          </a:xfrm>
          <a:custGeom>
            <a:avLst/>
            <a:gdLst/>
            <a:ahLst/>
            <a:cxnLst/>
            <a:rect r="r" b="b" t="t" l="l"/>
            <a:pathLst>
              <a:path h="2692400" w="3454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7" id="7"/>
          <p:cNvSpPr/>
          <p:nvPr>
            <p:ph idx="195" type="pic" sz="quarter"/>
          </p:nvPr>
        </p:nvSpPr>
        <p:spPr>
          <a:xfrm rot="0" flipH="false" flipV="false">
            <a:off x="609600" y="1524000"/>
            <a:ext cx="3454400" cy="20320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96" type="body" sz="quarter" hasCustomPrompt="true"/>
          </p:nvPr>
        </p:nvSpPr>
        <p:spPr>
          <a:xfrm rot="0" flipH="false" flipV="false">
            <a:off x="914400" y="3759200"/>
            <a:ext cx="28448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项标题</a:t>
            </a:r>
          </a:p>
        </p:txBody>
      </p:sp>
      <p:sp>
        <p:nvSpPr>
          <p:cNvPr name="AutoShape 9" id="9"/>
          <p:cNvSpPr/>
          <p:nvPr>
            <p:ph idx="197" type="body" sz="quarter" hasCustomPrompt="true"/>
          </p:nvPr>
        </p:nvSpPr>
        <p:spPr>
          <a:xfrm rot="0" flipH="false" flipV="false">
            <a:off x="914400" y="4216400"/>
            <a:ext cx="28448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Freeform 10" id="10"/>
          <p:cNvSpPr/>
          <p:nvPr>
            <p:ph idx="198" type="body" sz="quarter" hasCustomPrompt="true"/>
          </p:nvPr>
        </p:nvSpPr>
        <p:spPr>
          <a:xfrm rot="0" flipH="false" flipV="false">
            <a:off x="4368800" y="1524000"/>
            <a:ext cx="3454400" cy="2692400"/>
          </a:xfrm>
          <a:custGeom>
            <a:avLst/>
            <a:gdLst/>
            <a:ahLst/>
            <a:cxnLst/>
            <a:rect r="r" b="b" t="t" l="l"/>
            <a:pathLst>
              <a:path h="2692400" w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1" id="11"/>
          <p:cNvSpPr/>
          <p:nvPr>
            <p:ph idx="199" type="pic" sz="quarter"/>
          </p:nvPr>
        </p:nvSpPr>
        <p:spPr>
          <a:xfrm rot="0" flipH="false" flipV="false">
            <a:off x="4368800" y="4216400"/>
            <a:ext cx="3454400" cy="20320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200" type="body" sz="quarter" hasCustomPrompt="true"/>
          </p:nvPr>
        </p:nvSpPr>
        <p:spPr>
          <a:xfrm rot="0" flipH="false" flipV="false">
            <a:off x="4673600" y="1727200"/>
            <a:ext cx="28448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项标题</a:t>
            </a:r>
          </a:p>
        </p:txBody>
      </p:sp>
      <p:sp>
        <p:nvSpPr>
          <p:cNvPr name="AutoShape 13" id="13"/>
          <p:cNvSpPr/>
          <p:nvPr>
            <p:ph idx="201" type="body" sz="quarter" hasCustomPrompt="true"/>
          </p:nvPr>
        </p:nvSpPr>
        <p:spPr>
          <a:xfrm rot="0" flipH="false" flipV="false">
            <a:off x="4673600" y="2184400"/>
            <a:ext cx="28448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Freeform 14" id="14"/>
          <p:cNvSpPr/>
          <p:nvPr>
            <p:ph idx="202" type="body" sz="quarter" hasCustomPrompt="true"/>
          </p:nvPr>
        </p:nvSpPr>
        <p:spPr>
          <a:xfrm rot="0" flipH="false" flipV="false">
            <a:off x="8128000" y="3556000"/>
            <a:ext cx="3454400" cy="2692400"/>
          </a:xfrm>
          <a:custGeom>
            <a:avLst/>
            <a:gdLst/>
            <a:ahLst/>
            <a:cxnLst/>
            <a:rect r="r" b="b" t="t" l="l"/>
            <a:pathLst>
              <a:path h="2692400" w="3454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5" id="15"/>
          <p:cNvSpPr/>
          <p:nvPr>
            <p:ph idx="203" type="pic" sz="quarter"/>
          </p:nvPr>
        </p:nvSpPr>
        <p:spPr>
          <a:xfrm rot="0" flipH="false" flipV="false">
            <a:off x="8128000" y="1524000"/>
            <a:ext cx="3454400" cy="20320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6" id="16"/>
          <p:cNvSpPr/>
          <p:nvPr>
            <p:ph idx="204" type="body" sz="quarter" hasCustomPrompt="true"/>
          </p:nvPr>
        </p:nvSpPr>
        <p:spPr>
          <a:xfrm rot="0" flipH="false" flipV="false">
            <a:off x="8432800" y="3759200"/>
            <a:ext cx="28448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项标题</a:t>
            </a:r>
          </a:p>
        </p:txBody>
      </p:sp>
      <p:sp>
        <p:nvSpPr>
          <p:cNvPr name="AutoShape 17" id="17"/>
          <p:cNvSpPr/>
          <p:nvPr>
            <p:ph idx="205" type="body" sz="quarter" hasCustomPrompt="true"/>
          </p:nvPr>
        </p:nvSpPr>
        <p:spPr>
          <a:xfrm rot="0" flipH="false" flipV="false">
            <a:off x="8432800" y="4216400"/>
            <a:ext cx="28448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页-53_12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6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07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208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209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单击此处添加标题</a:t>
            </a:r>
          </a:p>
        </p:txBody>
      </p:sp>
      <p:sp>
        <p:nvSpPr>
          <p:cNvPr name="Freeform 6" id="6"/>
          <p:cNvSpPr/>
          <p:nvPr>
            <p:ph idx="210" type="body" sz="quarter" hasCustomPrompt="true"/>
          </p:nvPr>
        </p:nvSpPr>
        <p:spPr>
          <a:xfrm rot="0" flipH="false" flipV="false">
            <a:off x="609600" y="3556000"/>
            <a:ext cx="3454400" cy="2692400"/>
          </a:xfrm>
          <a:custGeom>
            <a:avLst/>
            <a:gdLst/>
            <a:ahLst/>
            <a:cxnLst/>
            <a:rect r="r" b="b" t="t" l="l"/>
            <a:pathLst>
              <a:path h="2692400" w="3454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7" id="7"/>
          <p:cNvSpPr/>
          <p:nvPr>
            <p:ph idx="211" type="pic" sz="quarter"/>
          </p:nvPr>
        </p:nvSpPr>
        <p:spPr>
          <a:xfrm rot="0" flipH="false" flipV="false">
            <a:off x="609600" y="1524000"/>
            <a:ext cx="3454400" cy="20320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12" type="body" sz="quarter" hasCustomPrompt="true"/>
          </p:nvPr>
        </p:nvSpPr>
        <p:spPr>
          <a:xfrm rot="0" flipH="false" flipV="false">
            <a:off x="914400" y="3759200"/>
            <a:ext cx="28448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项标题</a:t>
            </a:r>
          </a:p>
        </p:txBody>
      </p:sp>
      <p:sp>
        <p:nvSpPr>
          <p:cNvPr name="AutoShape 9" id="9"/>
          <p:cNvSpPr/>
          <p:nvPr>
            <p:ph idx="213" type="body" sz="quarter" hasCustomPrompt="true"/>
          </p:nvPr>
        </p:nvSpPr>
        <p:spPr>
          <a:xfrm rot="0" flipH="false" flipV="false">
            <a:off x="914400" y="4216400"/>
            <a:ext cx="28448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Freeform 10" id="10"/>
          <p:cNvSpPr/>
          <p:nvPr>
            <p:ph idx="214" type="body" sz="quarter" hasCustomPrompt="true"/>
          </p:nvPr>
        </p:nvSpPr>
        <p:spPr>
          <a:xfrm rot="0" flipH="false" flipV="false">
            <a:off x="4368800" y="3556000"/>
            <a:ext cx="3454400" cy="2692400"/>
          </a:xfrm>
          <a:custGeom>
            <a:avLst/>
            <a:gdLst/>
            <a:ahLst/>
            <a:cxnLst/>
            <a:rect r="r" b="b" t="t" l="l"/>
            <a:pathLst>
              <a:path h="2692400" w="3454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1" id="11"/>
          <p:cNvSpPr/>
          <p:nvPr>
            <p:ph idx="215" type="pic" sz="quarter"/>
          </p:nvPr>
        </p:nvSpPr>
        <p:spPr>
          <a:xfrm rot="0" flipH="false" flipV="false">
            <a:off x="4368800" y="1524000"/>
            <a:ext cx="3454400" cy="20320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216" type="body" sz="quarter" hasCustomPrompt="true"/>
          </p:nvPr>
        </p:nvSpPr>
        <p:spPr>
          <a:xfrm rot="0" flipH="false" flipV="false">
            <a:off x="4673600" y="3759200"/>
            <a:ext cx="28448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项标题</a:t>
            </a:r>
          </a:p>
        </p:txBody>
      </p:sp>
      <p:sp>
        <p:nvSpPr>
          <p:cNvPr name="AutoShape 13" id="13"/>
          <p:cNvSpPr/>
          <p:nvPr>
            <p:ph idx="217" type="body" sz="quarter" hasCustomPrompt="true"/>
          </p:nvPr>
        </p:nvSpPr>
        <p:spPr>
          <a:xfrm rot="0" flipH="false" flipV="false">
            <a:off x="4673600" y="4216400"/>
            <a:ext cx="28448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Freeform 14" id="14"/>
          <p:cNvSpPr/>
          <p:nvPr>
            <p:ph idx="218" type="body" sz="quarter" hasCustomPrompt="true"/>
          </p:nvPr>
        </p:nvSpPr>
        <p:spPr>
          <a:xfrm rot="0" flipH="false" flipV="false">
            <a:off x="8128000" y="3556000"/>
            <a:ext cx="3454400" cy="2692400"/>
          </a:xfrm>
          <a:custGeom>
            <a:avLst/>
            <a:gdLst/>
            <a:ahLst/>
            <a:cxnLst/>
            <a:rect r="r" b="b" t="t" l="l"/>
            <a:pathLst>
              <a:path h="2692400" w="3454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5" id="15"/>
          <p:cNvSpPr/>
          <p:nvPr>
            <p:ph idx="219" type="pic" sz="quarter"/>
          </p:nvPr>
        </p:nvSpPr>
        <p:spPr>
          <a:xfrm rot="0" flipH="false" flipV="false">
            <a:off x="8128000" y="1524000"/>
            <a:ext cx="3454400" cy="20320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6" id="16"/>
          <p:cNvSpPr/>
          <p:nvPr>
            <p:ph idx="220" type="body" sz="quarter" hasCustomPrompt="true"/>
          </p:nvPr>
        </p:nvSpPr>
        <p:spPr>
          <a:xfrm rot="0" flipH="false" flipV="false">
            <a:off x="8432800" y="3759200"/>
            <a:ext cx="28448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项标题</a:t>
            </a:r>
          </a:p>
        </p:txBody>
      </p:sp>
      <p:sp>
        <p:nvSpPr>
          <p:cNvPr name="AutoShape 17" id="17"/>
          <p:cNvSpPr/>
          <p:nvPr>
            <p:ph idx="221" type="body" sz="quarter" hasCustomPrompt="true"/>
          </p:nvPr>
        </p:nvSpPr>
        <p:spPr>
          <a:xfrm rot="0" flipH="false" flipV="false">
            <a:off x="8432800" y="4216400"/>
            <a:ext cx="28448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页-60_16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22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23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224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225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单击此处添加标题</a:t>
            </a:r>
          </a:p>
        </p:txBody>
      </p:sp>
      <p:sp>
        <p:nvSpPr>
          <p:cNvPr name="Freeform 6" id="6"/>
          <p:cNvSpPr/>
          <p:nvPr>
            <p:ph idx="226" type="body" sz="quarter" hasCustomPrompt="true"/>
          </p:nvPr>
        </p:nvSpPr>
        <p:spPr>
          <a:xfrm rot="0" flipH="false" flipV="false">
            <a:off x="609600" y="1524000"/>
            <a:ext cx="5486400" cy="4724400"/>
          </a:xfrm>
          <a:custGeom>
            <a:avLst/>
            <a:gdLst/>
            <a:ahLst/>
            <a:cxnLst/>
            <a:rect r="r" b="b" t="t" l="l"/>
            <a:pathLst>
              <a:path h="4724400" w="548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t" wrap="square" lIns="90000" rIns="90000" tIns="46800" bIns="46800">
            <a:normAutofit lnSpcReduction="0"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Freeform 7" id="7"/>
          <p:cNvSpPr/>
          <p:nvPr>
            <p:ph idx="227" type="body" sz="quarter" hasCustomPrompt="true"/>
          </p:nvPr>
        </p:nvSpPr>
        <p:spPr>
          <a:xfrm rot="0" flipH="false" flipV="false">
            <a:off x="6096000" y="1524000"/>
            <a:ext cx="5486400" cy="4724400"/>
          </a:xfrm>
          <a:custGeom>
            <a:avLst/>
            <a:gdLst/>
            <a:ahLst/>
            <a:cxnLst/>
            <a:rect r="r" b="b" t="t" l="l"/>
            <a:pathLst>
              <a:path h="4724400" w="5486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8" id="8"/>
          <p:cNvSpPr/>
          <p:nvPr>
            <p:ph idx="228" type="body" sz="quarter" hasCustomPrompt="true"/>
          </p:nvPr>
        </p:nvSpPr>
        <p:spPr>
          <a:xfrm rot="0" flipH="false" flipV="false">
            <a:off x="6553200" y="2108200"/>
            <a:ext cx="45720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9" id="9"/>
          <p:cNvSpPr/>
          <p:nvPr>
            <p:ph idx="229" type="body" sz="quarter" hasCustomPrompt="true"/>
          </p:nvPr>
        </p:nvSpPr>
        <p:spPr>
          <a:xfrm rot="0" flipH="false" flipV="false">
            <a:off x="6553200" y="2667000"/>
            <a:ext cx="45720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AutoShape 10" id="10"/>
          <p:cNvSpPr/>
          <p:nvPr>
            <p:ph idx="230" type="body" sz="quarter" hasCustomPrompt="true"/>
          </p:nvPr>
        </p:nvSpPr>
        <p:spPr>
          <a:xfrm rot="0" flipH="false" flipV="false">
            <a:off x="6553200" y="4191000"/>
            <a:ext cx="45720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1" id="11"/>
          <p:cNvSpPr/>
          <p:nvPr>
            <p:ph idx="231" type="body" sz="quarter" hasCustomPrompt="true"/>
          </p:nvPr>
        </p:nvSpPr>
        <p:spPr>
          <a:xfrm rot="0" flipH="false" flipV="false">
            <a:off x="6553200" y="4749800"/>
            <a:ext cx="45720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页-10012_14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2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33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234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235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单击此处添加标题</a:t>
            </a:r>
          </a:p>
        </p:txBody>
      </p:sp>
      <p:sp>
        <p:nvSpPr>
          <p:cNvPr name="Freeform 6" id="6"/>
          <p:cNvSpPr/>
          <p:nvPr>
            <p:ph idx="236" type="body" sz="quarter" hasCustomPrompt="true"/>
          </p:nvPr>
        </p:nvSpPr>
        <p:spPr>
          <a:xfrm rot="0" flipH="false" flipV="false">
            <a:off x="609600" y="1524000"/>
            <a:ext cx="5486400" cy="4724400"/>
          </a:xfrm>
          <a:custGeom>
            <a:avLst/>
            <a:gdLst/>
            <a:ahLst/>
            <a:cxnLst/>
            <a:rect r="r" b="b" t="t" l="l"/>
            <a:pathLst>
              <a:path h="4724400" w="548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t" wrap="square" lIns="90000" rIns="90000" tIns="46800" bIns="46800">
            <a:normAutofit lnSpcReduction="0"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7" id="7"/>
          <p:cNvSpPr/>
          <p:nvPr>
            <p:ph idx="237" type="body" sz="quarter" hasCustomPrompt="true"/>
          </p:nvPr>
        </p:nvSpPr>
        <p:spPr>
          <a:xfrm rot="0" flipH="false" flipV="false">
            <a:off x="6553200" y="1524000"/>
            <a:ext cx="50292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8" id="8"/>
          <p:cNvSpPr/>
          <p:nvPr>
            <p:ph idx="238" type="body" sz="quarter" hasCustomPrompt="true"/>
          </p:nvPr>
        </p:nvSpPr>
        <p:spPr>
          <a:xfrm rot="0" flipH="false" flipV="false">
            <a:off x="6553200" y="2082800"/>
            <a:ext cx="5029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AutoShape 9" id="9"/>
          <p:cNvSpPr/>
          <p:nvPr>
            <p:ph idx="239" type="body" sz="quarter" hasCustomPrompt="true"/>
          </p:nvPr>
        </p:nvSpPr>
        <p:spPr>
          <a:xfrm rot="0" flipH="false" flipV="false">
            <a:off x="6553200" y="3302000"/>
            <a:ext cx="50292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0" id="10"/>
          <p:cNvSpPr/>
          <p:nvPr>
            <p:ph idx="240" type="body" sz="quarter" hasCustomPrompt="true"/>
          </p:nvPr>
        </p:nvSpPr>
        <p:spPr>
          <a:xfrm rot="0" flipH="false" flipV="false">
            <a:off x="6553200" y="3860800"/>
            <a:ext cx="5029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AutoShape 11" id="11"/>
          <p:cNvSpPr/>
          <p:nvPr>
            <p:ph idx="241" type="body" sz="quarter" hasCustomPrompt="true"/>
          </p:nvPr>
        </p:nvSpPr>
        <p:spPr>
          <a:xfrm rot="0" flipH="false" flipV="false">
            <a:off x="6553200" y="5080000"/>
            <a:ext cx="50292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2" id="12"/>
          <p:cNvSpPr/>
          <p:nvPr>
            <p:ph idx="242" type="body" sz="quarter" hasCustomPrompt="true"/>
          </p:nvPr>
        </p:nvSpPr>
        <p:spPr>
          <a:xfrm rot="0" flipH="false" flipV="false">
            <a:off x="6553200" y="5638800"/>
            <a:ext cx="5029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页-31_21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3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44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245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246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单击此处添加标题</a:t>
            </a:r>
          </a:p>
        </p:txBody>
      </p:sp>
      <p:sp>
        <p:nvSpPr>
          <p:cNvPr name="Freeform 6" id="6"/>
          <p:cNvSpPr/>
          <p:nvPr>
            <p:ph idx="247" type="body" sz="quarter" hasCustomPrompt="true"/>
          </p:nvPr>
        </p:nvSpPr>
        <p:spPr>
          <a:xfrm rot="0" flipH="false" flipV="false">
            <a:off x="609600" y="1524000"/>
            <a:ext cx="3454400" cy="4724400"/>
          </a:xfrm>
          <a:custGeom>
            <a:avLst/>
            <a:gdLst/>
            <a:ahLst/>
            <a:cxnLst/>
            <a:rect r="r" b="b" t="t" l="l"/>
            <a:pathLst>
              <a:path h="4724400" w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7" id="7"/>
          <p:cNvSpPr/>
          <p:nvPr>
            <p:ph idx="248" type="pic" sz="quarter"/>
          </p:nvPr>
        </p:nvSpPr>
        <p:spPr>
          <a:xfrm rot="0" flipH="false" flipV="false">
            <a:off x="1574800" y="2209800"/>
            <a:ext cx="1524000" cy="15240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49" type="body" sz="quarter" hasCustomPrompt="true"/>
          </p:nvPr>
        </p:nvSpPr>
        <p:spPr>
          <a:xfrm rot="0" flipH="false" flipV="false">
            <a:off x="1016000" y="4089400"/>
            <a:ext cx="26416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项标题</a:t>
            </a:r>
          </a:p>
        </p:txBody>
      </p:sp>
      <p:sp>
        <p:nvSpPr>
          <p:cNvPr name="AutoShape 9" id="9"/>
          <p:cNvSpPr/>
          <p:nvPr>
            <p:ph idx="250" type="body" sz="quarter" hasCustomPrompt="true"/>
          </p:nvPr>
        </p:nvSpPr>
        <p:spPr>
          <a:xfrm rot="0" flipH="false" flipV="false">
            <a:off x="1016000" y="4648200"/>
            <a:ext cx="26416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Freeform 10" id="10"/>
          <p:cNvSpPr/>
          <p:nvPr>
            <p:ph idx="251" type="body" sz="quarter" hasCustomPrompt="true"/>
          </p:nvPr>
        </p:nvSpPr>
        <p:spPr>
          <a:xfrm rot="0" flipH="false" flipV="false">
            <a:off x="4368800" y="1524000"/>
            <a:ext cx="3454400" cy="4724400"/>
          </a:xfrm>
          <a:custGeom>
            <a:avLst/>
            <a:gdLst/>
            <a:ahLst/>
            <a:cxnLst/>
            <a:rect r="r" b="b" t="t" l="l"/>
            <a:pathLst>
              <a:path h="4724400" w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1" id="11"/>
          <p:cNvSpPr/>
          <p:nvPr>
            <p:ph idx="252" type="pic" sz="quarter"/>
          </p:nvPr>
        </p:nvSpPr>
        <p:spPr>
          <a:xfrm rot="0" flipH="false" flipV="false">
            <a:off x="5334000" y="2209800"/>
            <a:ext cx="1524000" cy="15240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253" type="body" sz="quarter" hasCustomPrompt="true"/>
          </p:nvPr>
        </p:nvSpPr>
        <p:spPr>
          <a:xfrm rot="0" flipH="false" flipV="false">
            <a:off x="4775200" y="4089400"/>
            <a:ext cx="26416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项标题</a:t>
            </a:r>
          </a:p>
        </p:txBody>
      </p:sp>
      <p:sp>
        <p:nvSpPr>
          <p:cNvPr name="AutoShape 13" id="13"/>
          <p:cNvSpPr/>
          <p:nvPr>
            <p:ph idx="254" type="body" sz="quarter" hasCustomPrompt="true"/>
          </p:nvPr>
        </p:nvSpPr>
        <p:spPr>
          <a:xfrm rot="0" flipH="false" flipV="false">
            <a:off x="4775200" y="4648200"/>
            <a:ext cx="26416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Freeform 14" id="14"/>
          <p:cNvSpPr/>
          <p:nvPr>
            <p:ph idx="255" type="body" sz="quarter" hasCustomPrompt="true"/>
          </p:nvPr>
        </p:nvSpPr>
        <p:spPr>
          <a:xfrm rot="0" flipH="false" flipV="false">
            <a:off x="8128000" y="1524000"/>
            <a:ext cx="3454400" cy="4724400"/>
          </a:xfrm>
          <a:custGeom>
            <a:avLst/>
            <a:gdLst/>
            <a:ahLst/>
            <a:cxnLst/>
            <a:rect r="r" b="b" t="t" l="l"/>
            <a:pathLst>
              <a:path h="4724400" w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5" id="15"/>
          <p:cNvSpPr/>
          <p:nvPr>
            <p:ph idx="256" type="pic" sz="quarter"/>
          </p:nvPr>
        </p:nvSpPr>
        <p:spPr>
          <a:xfrm rot="0" flipH="false" flipV="false">
            <a:off x="9093200" y="2209800"/>
            <a:ext cx="1524000" cy="1524000"/>
          </a:xfrm>
          <a:prstGeom prst="rect">
            <a:avLst/>
          </a:pr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6" id="16"/>
          <p:cNvSpPr/>
          <p:nvPr>
            <p:ph idx="257" type="body" sz="quarter" hasCustomPrompt="true"/>
          </p:nvPr>
        </p:nvSpPr>
        <p:spPr>
          <a:xfrm rot="0" flipH="false" flipV="false">
            <a:off x="8534400" y="4089400"/>
            <a:ext cx="26416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项标题</a:t>
            </a:r>
          </a:p>
        </p:txBody>
      </p:sp>
      <p:sp>
        <p:nvSpPr>
          <p:cNvPr name="AutoShape 17" id="17"/>
          <p:cNvSpPr/>
          <p:nvPr>
            <p:ph idx="258" type="body" sz="quarter" hasCustomPrompt="true"/>
          </p:nvPr>
        </p:nvSpPr>
        <p:spPr>
          <a:xfrm rot="0" flipH="false" flipV="false">
            <a:off x="8534400" y="4648200"/>
            <a:ext cx="26416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页-61_16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9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60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261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262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单击此处添加标题</a:t>
            </a:r>
          </a:p>
        </p:txBody>
      </p:sp>
      <p:sp>
        <p:nvSpPr>
          <p:cNvPr name="Freeform 6" id="6"/>
          <p:cNvSpPr/>
          <p:nvPr>
            <p:ph idx="263" type="body" sz="quarter" hasCustomPrompt="true"/>
          </p:nvPr>
        </p:nvSpPr>
        <p:spPr>
          <a:xfrm rot="0" flipH="false" flipV="false">
            <a:off x="6096000" y="1524000"/>
            <a:ext cx="5486400" cy="4724400"/>
          </a:xfrm>
          <a:custGeom>
            <a:avLst/>
            <a:gdLst/>
            <a:ahLst/>
            <a:cxnLst/>
            <a:rect r="r" b="b" t="t" l="l"/>
            <a:pathLst>
              <a:path h="4724400" w="5486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t" wrap="square" lIns="90000" rIns="90000" tIns="46800" bIns="46800">
            <a:normAutofit lnSpcReduction="0"/>
          </a:bodyPr>
          <a:lstStyle>
            <a:lvl1pPr algn="l">
              <a:lnSpc>
                <a:spcPct val="116666"/>
              </a:lnSpc>
              <a:defRPr sz="1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lvl="4" indent="-177800" marL="1257800">
              <a:lnSpc>
                <a:spcPct val="116666"/>
              </a:lnSpc>
              <a:spcAft>
                <a:spcPts val="300"/>
              </a:spcAft>
              <a:buChar char=" 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Freeform 7" id="7"/>
          <p:cNvSpPr/>
          <p:nvPr>
            <p:ph idx="264" type="body" sz="quarter" hasCustomPrompt="true"/>
          </p:nvPr>
        </p:nvSpPr>
        <p:spPr>
          <a:xfrm rot="0" flipH="false" flipV="false">
            <a:off x="609600" y="1524000"/>
            <a:ext cx="5486400" cy="4724400"/>
          </a:xfrm>
          <a:custGeom>
            <a:avLst/>
            <a:gdLst/>
            <a:ahLst/>
            <a:cxnLst/>
            <a:rect r="r" b="b" t="t" l="l"/>
            <a:pathLst>
              <a:path h="4724400" w="548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0B95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16666"/>
              </a:lnSpc>
              <a:defRPr sz="1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lvl="4" indent="-177800" marL="1257800">
              <a:lnSpc>
                <a:spcPct val="116666"/>
              </a:lnSpc>
              <a:spcAft>
                <a:spcPts val="300"/>
              </a:spcAft>
              <a:buChar char=" "/>
            </a:pPr>
            <a:r>
              <a:rPr lang="en-US" b="false" i="false" strike="noStrike" u="none" sz="1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8" id="8"/>
          <p:cNvSpPr/>
          <p:nvPr>
            <p:ph idx="265" type="body" sz="quarter" hasCustomPrompt="true"/>
          </p:nvPr>
        </p:nvSpPr>
        <p:spPr>
          <a:xfrm rot="0" flipH="false" flipV="false">
            <a:off x="1066800" y="2108200"/>
            <a:ext cx="45720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9" id="9"/>
          <p:cNvSpPr/>
          <p:nvPr>
            <p:ph idx="266" type="body" sz="quarter" hasCustomPrompt="true"/>
          </p:nvPr>
        </p:nvSpPr>
        <p:spPr>
          <a:xfrm rot="0" flipH="false" flipV="false">
            <a:off x="1066800" y="2667000"/>
            <a:ext cx="45720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AutoShape 10" id="10"/>
          <p:cNvSpPr/>
          <p:nvPr>
            <p:ph idx="267" type="body" sz="quarter" hasCustomPrompt="true"/>
          </p:nvPr>
        </p:nvSpPr>
        <p:spPr>
          <a:xfrm rot="0" flipH="false" flipV="false">
            <a:off x="1066800" y="4191000"/>
            <a:ext cx="45720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1" id="11"/>
          <p:cNvSpPr/>
          <p:nvPr>
            <p:ph idx="268" type="body" sz="quarter" hasCustomPrompt="true"/>
          </p:nvPr>
        </p:nvSpPr>
        <p:spPr>
          <a:xfrm rot="0" flipH="false" flipV="false">
            <a:off x="1066800" y="4749800"/>
            <a:ext cx="45720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页-10014_10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9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0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271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272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单击此处添加标题</a:t>
            </a:r>
          </a:p>
        </p:txBody>
      </p:sp>
      <p:sp>
        <p:nvSpPr>
          <p:cNvPr name="Freeform 6" id="6"/>
          <p:cNvSpPr/>
          <p:nvPr>
            <p:ph idx="273" type="body" sz="quarter" hasCustomPrompt="true"/>
          </p:nvPr>
        </p:nvSpPr>
        <p:spPr>
          <a:xfrm rot="0" flipH="false" flipV="false">
            <a:off x="609600" y="1524000"/>
            <a:ext cx="5588000" cy="2209800"/>
          </a:xfrm>
          <a:custGeom>
            <a:avLst/>
            <a:gdLst/>
            <a:ahLst/>
            <a:cxnLst/>
            <a:rect r="r" b="b" t="t" l="l"/>
            <a:pathLst>
              <a:path h="2209800" w="558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t" wrap="square" lIns="90000" rIns="90000" tIns="46800" bIns="46800">
            <a:normAutofit lnSpcReduction="0"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7" id="7"/>
          <p:cNvSpPr/>
          <p:nvPr>
            <p:ph idx="274" type="body" sz="quarter" hasCustomPrompt="true"/>
          </p:nvPr>
        </p:nvSpPr>
        <p:spPr>
          <a:xfrm rot="0" flipH="false" flipV="false">
            <a:off x="6502400" y="1739900"/>
            <a:ext cx="50800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8" id="8"/>
          <p:cNvSpPr/>
          <p:nvPr>
            <p:ph idx="275" type="body" sz="quarter" hasCustomPrompt="true"/>
          </p:nvPr>
        </p:nvSpPr>
        <p:spPr>
          <a:xfrm rot="0" flipH="false" flipV="false">
            <a:off x="6502400" y="2298700"/>
            <a:ext cx="5080000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Freeform 9" id="9"/>
          <p:cNvSpPr/>
          <p:nvPr>
            <p:ph idx="276" type="body" sz="quarter" hasCustomPrompt="true"/>
          </p:nvPr>
        </p:nvSpPr>
        <p:spPr>
          <a:xfrm rot="0" flipH="false" flipV="false">
            <a:off x="609600" y="4038600"/>
            <a:ext cx="5588000" cy="2209800"/>
          </a:xfrm>
          <a:custGeom>
            <a:avLst/>
            <a:gdLst/>
            <a:ahLst/>
            <a:cxnLst/>
            <a:rect r="r" b="b" t="t" l="l"/>
            <a:pathLst>
              <a:path h="2209800" w="558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>
              <a:alpha val="100000"/>
            </a:srgbClr>
          </a:solidFill>
          <a:ln w="12700">
            <a:noFill/>
            <a:prstDash val="solid"/>
          </a:ln>
        </p:spPr>
        <p:txBody>
          <a:bodyPr anchor="t" wrap="square" lIns="90000" rIns="90000" tIns="46800" bIns="46800">
            <a:normAutofit lnSpcReduction="0"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0" id="10"/>
          <p:cNvSpPr/>
          <p:nvPr>
            <p:ph idx="277" type="body" sz="quarter" hasCustomPrompt="true"/>
          </p:nvPr>
        </p:nvSpPr>
        <p:spPr>
          <a:xfrm rot="0" flipH="false" flipV="false">
            <a:off x="6502400" y="4254500"/>
            <a:ext cx="50800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1" id="11"/>
          <p:cNvSpPr/>
          <p:nvPr>
            <p:ph idx="278" type="body" sz="quarter" hasCustomPrompt="true"/>
          </p:nvPr>
        </p:nvSpPr>
        <p:spPr>
          <a:xfrm rot="0" flipH="false" flipV="false">
            <a:off x="6502400" y="4813300"/>
            <a:ext cx="5080000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正文页-39_2"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9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80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Footer</a:t>
            </a:r>
          </a:p>
        </p:txBody>
      </p:sp>
      <p:sp>
        <p:nvSpPr>
          <p:cNvPr name="AutoShape 4" id="4"/>
          <p:cNvSpPr/>
          <p:nvPr>
            <p:ph idx="281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282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单击此处添加标题</a:t>
            </a:r>
          </a:p>
        </p:txBody>
      </p:sp>
      <p:sp>
        <p:nvSpPr>
          <p:cNvPr name="Freeform 6" id="6"/>
          <p:cNvSpPr/>
          <p:nvPr>
            <p:ph idx="283" type="body" sz="quarter" hasCustomPrompt="true"/>
          </p:nvPr>
        </p:nvSpPr>
        <p:spPr>
          <a:xfrm rot="0" flipH="false" flipV="false">
            <a:off x="609600" y="1524000"/>
            <a:ext cx="5334000" cy="4724400"/>
          </a:xfrm>
          <a:custGeom>
            <a:avLst/>
            <a:gdLst/>
            <a:ahLst/>
            <a:cxnLst/>
            <a:rect r="r" b="b" t="t" l="l"/>
            <a:pathLst>
              <a:path h="4724400" w="533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7" id="7"/>
          <p:cNvSpPr/>
          <p:nvPr>
            <p:ph idx="284" type="pic" sz="quarter"/>
          </p:nvPr>
        </p:nvSpPr>
        <p:spPr>
          <a:xfrm rot="0" flipH="false" flipV="false">
            <a:off x="2514600" y="2362200"/>
            <a:ext cx="1524000" cy="152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85" type="body" sz="quarter" hasCustomPrompt="true"/>
          </p:nvPr>
        </p:nvSpPr>
        <p:spPr>
          <a:xfrm rot="0" flipH="false" flipV="false">
            <a:off x="1016000" y="4241800"/>
            <a:ext cx="45212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9" id="9"/>
          <p:cNvSpPr/>
          <p:nvPr>
            <p:ph idx="286" type="body" sz="quarter" hasCustomPrompt="true"/>
          </p:nvPr>
        </p:nvSpPr>
        <p:spPr>
          <a:xfrm rot="0" flipH="false" flipV="false">
            <a:off x="1016000" y="4800600"/>
            <a:ext cx="452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  <p:sp>
        <p:nvSpPr>
          <p:cNvPr name="Freeform 10" id="10"/>
          <p:cNvSpPr/>
          <p:nvPr>
            <p:ph idx="287" type="body" sz="quarter" hasCustomPrompt="true"/>
          </p:nvPr>
        </p:nvSpPr>
        <p:spPr>
          <a:xfrm rot="0" flipH="false" flipV="false">
            <a:off x="6248400" y="1524000"/>
            <a:ext cx="5334000" cy="4724400"/>
          </a:xfrm>
          <a:custGeom>
            <a:avLst/>
            <a:gdLst/>
            <a:ahLst/>
            <a:cxnLst/>
            <a:rect r="r" b="b" t="t" l="l"/>
            <a:pathLst>
              <a:path h="4724400" w="533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rotWithShape="tru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1" id="11"/>
          <p:cNvSpPr/>
          <p:nvPr>
            <p:ph idx="288" type="pic" sz="quarter"/>
          </p:nvPr>
        </p:nvSpPr>
        <p:spPr>
          <a:xfrm rot="0" flipH="false" flipV="false">
            <a:off x="8153400" y="2362200"/>
            <a:ext cx="1524000" cy="152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289" type="body" sz="quarter" hasCustomPrompt="true"/>
          </p:nvPr>
        </p:nvSpPr>
        <p:spPr>
          <a:xfrm rot="0" flipH="false" flipV="false">
            <a:off x="6654800" y="4241800"/>
            <a:ext cx="4521200" cy="40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单击此处添加项标题</a:t>
            </a:r>
          </a:p>
        </p:txBody>
      </p:sp>
      <p:sp>
        <p:nvSpPr>
          <p:cNvPr name="AutoShape 13" id="13"/>
          <p:cNvSpPr/>
          <p:nvPr>
            <p:ph idx="290" type="body" sz="quarter" hasCustomPrompt="true"/>
          </p:nvPr>
        </p:nvSpPr>
        <p:spPr>
          <a:xfrm rot="0" flipH="false" flipV="false">
            <a:off x="6654800" y="4800600"/>
            <a:ext cx="45212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单击此处添加项正文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_rels/slideMaster4.xml.rels><?xml version="1.0" encoding="UTF-8" standalone="yes"?><Relationships xmlns="http://schemas.openxmlformats.org/package/2006/relationships"><Relationship Id="rId1" Target="../theme/theme5.xml" Type="http://schemas.openxmlformats.org/officeDocument/2006/relationships/theme"/><Relationship Id="rId10" Target="../slideLayouts/slideLayout30.xml" Type="http://schemas.openxmlformats.org/officeDocument/2006/relationships/slideLayout"/><Relationship Id="rId11" Target="../slideLayouts/slideLayout31.xml" Type="http://schemas.openxmlformats.org/officeDocument/2006/relationships/slideLayout"/><Relationship Id="rId12" Target="../slideLayouts/slideLayout32.xml" Type="http://schemas.openxmlformats.org/officeDocument/2006/relationships/slideLayout"/><Relationship Id="rId13" Target="../slideLayouts/slideLayout33.xml" Type="http://schemas.openxmlformats.org/officeDocument/2006/relationships/slideLayout"/><Relationship Id="rId14" Target="../slideLayouts/slideLayout34.xml" Type="http://schemas.openxmlformats.org/officeDocument/2006/relationships/slideLayout"/><Relationship Id="rId15" Target="../slideLayouts/slideLayout35.xml" Type="http://schemas.openxmlformats.org/officeDocument/2006/relationships/slideLayout"/><Relationship Id="rId16" Target="../slideLayouts/slideLayout36.xml" Type="http://schemas.openxmlformats.org/officeDocument/2006/relationships/slideLayout"/><Relationship Id="rId17" Target="../slideLayouts/slideLayout37.xml" Type="http://schemas.openxmlformats.org/officeDocument/2006/relationships/slideLayout"/><Relationship Id="rId2" Target="../media/image1.png" Type="http://schemas.openxmlformats.org/officeDocument/2006/relationships/image"/><Relationship Id="rId3" Target="../slideLayouts/slideLayout23.xml" Type="http://schemas.openxmlformats.org/officeDocument/2006/relationships/slideLayout"/><Relationship Id="rId4" Target="../slideLayouts/slideLayout24.xml" Type="http://schemas.openxmlformats.org/officeDocument/2006/relationships/slideLayout"/><Relationship Id="rId5" Target="../slideLayouts/slideLayout25.xml" Type="http://schemas.openxmlformats.org/officeDocument/2006/relationships/slideLayout"/><Relationship Id="rId6" Target="../slideLayouts/slideLayout26.xml" Type="http://schemas.openxmlformats.org/officeDocument/2006/relationships/slideLayout"/><Relationship Id="rId7" Target="../slideLayouts/slideLayout27.xml" Type="http://schemas.openxmlformats.org/officeDocument/2006/relationships/slideLayout"/><Relationship Id="rId8" Target="../slideLayouts/slideLayout28.xml" Type="http://schemas.openxmlformats.org/officeDocument/2006/relationships/slideLayout"/><Relationship Id="rId9" Target="../slideLayouts/slideLayout29.xml" Type="http://schemas.openxmlformats.org/officeDocument/2006/relationships/slideLayout"/></Relationships>
</file>

<file path=ppt/slideMasters/_rels/slideMaster5.xml.rels><?xml version="1.0" encoding="UTF-8" standalone="yes"?><Relationships xmlns="http://schemas.openxmlformats.org/package/2006/relationships"><Relationship Id="rId1" Target="../theme/theme6.xml" Type="http://schemas.openxmlformats.org/officeDocument/2006/relationships/theme"/><Relationship Id="rId10" Target="../slideLayouts/slideLayout45.xml" Type="http://schemas.openxmlformats.org/officeDocument/2006/relationships/slideLayout"/><Relationship Id="rId11" Target="../slideLayouts/slideLayout46.xml" Type="http://schemas.openxmlformats.org/officeDocument/2006/relationships/slideLayout"/><Relationship Id="rId12" Target="../slideLayouts/slideLayout47.xml" Type="http://schemas.openxmlformats.org/officeDocument/2006/relationships/slideLayout"/><Relationship Id="rId13" Target="../slideLayouts/slideLayout48.xml" Type="http://schemas.openxmlformats.org/officeDocument/2006/relationships/slideLayout"/><Relationship Id="rId14" Target="../slideLayouts/slideLayout49.xml" Type="http://schemas.openxmlformats.org/officeDocument/2006/relationships/slideLayout"/><Relationship Id="rId15" Target="../slideLayouts/slideLayout50.xml" Type="http://schemas.openxmlformats.org/officeDocument/2006/relationships/slideLayout"/><Relationship Id="rId2" Target="../media/image1.png" Type="http://schemas.openxmlformats.org/officeDocument/2006/relationships/image"/><Relationship Id="rId3" Target="../slideLayouts/slideLayout38.xml" Type="http://schemas.openxmlformats.org/officeDocument/2006/relationships/slideLayout"/><Relationship Id="rId4" Target="../slideLayouts/slideLayout39.xml" Type="http://schemas.openxmlformats.org/officeDocument/2006/relationships/slideLayout"/><Relationship Id="rId5" Target="../slideLayouts/slideLayout40.xml" Type="http://schemas.openxmlformats.org/officeDocument/2006/relationships/slideLayout"/><Relationship Id="rId6" Target="../slideLayouts/slideLayout41.xml" Type="http://schemas.openxmlformats.org/officeDocument/2006/relationships/slideLayout"/><Relationship Id="rId7" Target="../slideLayouts/slideLayout42.xml" Type="http://schemas.openxmlformats.org/officeDocument/2006/relationships/slideLayout"/><Relationship Id="rId8" Target="../slideLayouts/slideLayout43.xml" Type="http://schemas.openxmlformats.org/officeDocument/2006/relationships/slideLayout"/><Relationship Id="rId9" Target="../slideLayouts/slideLayout44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_蓝色IT科技风主题">
    <p:bg>
      <p:bgPr>
        <a:solidFill>
          <a:srgbClr val="091128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" id="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" id="2"/>
          <p:cNvSpPr/>
          <p:nvPr/>
        </p:nvSpPr>
        <p:spPr>
          <a:xfrm rot="0" flipH="false" flipV="false">
            <a:off x="0" y="318"/>
            <a:ext cx="12190730" cy="6857365"/>
          </a:xfrm>
          <a:prstGeom prst="rect">
            <a:avLst/>
          </a:prstGeom>
          <a:solidFill>
            <a:srgbClr val="091128">
              <a:alpha val="94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10" r:id="rId3"/>
    <p:sldLayoutId id="2157483711" r:id="rId4"/>
    <p:sldLayoutId id="2157483712" r:id="rId5"/>
    <p:sldLayoutId id="2157483713" r:id="rId6"/>
    <p:sldLayoutId id="2157483714" r:id="rId7"/>
    <p:sldLayoutId id="2157483715" r:id="rId8"/>
    <p:sldLayoutId id="2157483716" r:id="rId9"/>
    <p:sldLayoutId id="2157483717" r:id="rId10"/>
    <p:sldLayoutId id="2157483718" r:id="rId11"/>
    <p:sldLayoutId id="2157483719" r:id="rId12"/>
    <p:sldLayoutId id="2157483720" r:id="rId13"/>
    <p:sldLayoutId id="2157483721" r:id="rId14"/>
    <p:sldLayoutId id="2157483722" r:id="rId15"/>
    <p:sldLayoutId id="2157483723" r:id="rId16"/>
    <p:sldLayoutId id="215748372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2_蓝色IT科技风主题">
    <p:bg>
      <p:bgPr>
        <a:solidFill>
          <a:srgbClr val="102B3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" id="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" id="2"/>
          <p:cNvSpPr/>
          <p:nvPr/>
        </p:nvSpPr>
        <p:spPr>
          <a:xfrm rot="0" flipH="false" flipV="false">
            <a:off x="0" y="318"/>
            <a:ext cx="12190730" cy="6857365"/>
          </a:xfrm>
          <a:prstGeom prst="rect">
            <a:avLst/>
          </a:prstGeom>
          <a:solidFill>
            <a:srgbClr val="102B3F">
              <a:alpha val="94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25" r:id="rId3"/>
    <p:sldLayoutId id="2157483726" r:id="rId4"/>
    <p:sldLayoutId id="2157483727" r:id="rId5"/>
    <p:sldLayoutId id="2157483728" r:id="rId6"/>
    <p:sldLayoutId id="2157483729" r:id="rId7"/>
    <p:sldLayoutId id="2157483730" r:id="rId8"/>
    <p:sldLayoutId id="2157483731" r:id="rId9"/>
    <p:sldLayoutId id="2157483732" r:id="rId10"/>
    <p:sldLayoutId id="2157483733" r:id="rId11"/>
    <p:sldLayoutId id="2157483734" r:id="rId12"/>
    <p:sldLayoutId id="2157483735" r:id="rId13"/>
    <p:sldLayoutId id="2157483736" r:id="rId14"/>
    <p:sldLayoutId id="2157483737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38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36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39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40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36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notesSlides/notesSlide2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36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43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36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46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4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jpeg" Type="http://schemas.openxmlformats.org/officeDocument/2006/relationships/image"/><Relationship Id="rId4" Target="../media/image2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36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48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49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50.xml" Type="http://schemas.openxmlformats.org/officeDocument/2006/relationships/slideLayout"/><Relationship Id="rId2" Target="../media/image26.png" Type="http://schemas.openxmlformats.org/officeDocument/2006/relationships/image"/><Relationship Id="rId3" Target="../media/image25.svg" Type="http://schemas.openxmlformats.org/officeDocument/2006/relationships/image"/><Relationship Id="rId4" Target="../media/image28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37.xml" Type="http://schemas.openxmlformats.org/officeDocument/2006/relationships/slideLayout"/><Relationship Id="rId2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25000"/>
              </a:lnSpc>
              <a:defRPr sz="2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2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2026/09/03</a:t>
            </a:r>
          </a:p>
        </p:txBody>
      </p:sp>
      <p:sp>
        <p:nvSpPr>
          <p:cNvPr name="AutoShape 3" id="3"/>
          <p:cNvSpPr/>
          <p:nvPr>
            <p:ph idx="33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486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4859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工业燃气轮机排放预测与运行参数智能优化系统课程设计汇报</a:t>
            </a:r>
          </a:p>
        </p:txBody>
      </p:sp>
      <p:sp>
        <p:nvSpPr>
          <p:cNvPr name="AutoShape 4" id="4"/>
          <p:cNvSpPr/>
          <p:nvPr>
            <p:ph idx="3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2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2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汇报人：智造24-1牛铭辰</a:t>
            </a:r>
          </a:p>
          <a:p>
            <a:pPr algn="l" marL="228600" indent="-22860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2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</p:spTree>
  </p:cSld>
  <p:clrMapOvr>
    <a:masterClrMapping/>
  </p:clrMapOvr>
  <p:transition main:dur="699">
    <p:fade thruBlk="false"/>
  </p:transition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6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CONTENTS</a:t>
            </a:r>
          </a:p>
        </p:txBody>
      </p:sp>
      <p:sp>
        <p:nvSpPr>
          <p:cNvPr name="AutoShape 3" id="3"/>
          <p:cNvSpPr/>
          <p:nvPr>
            <p:ph idx="127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0000"/>
              </a:lnSpc>
              <a:defRPr sz="4800" b="tru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48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目录</a:t>
            </a:r>
          </a:p>
        </p:txBody>
      </p:sp>
      <p:sp>
        <p:nvSpPr>
          <p:cNvPr name="AutoShape 4" id="4"/>
          <p:cNvSpPr/>
          <p:nvPr>
            <p:ph idx="128" type="body" sz="quarter" hasCustomPrompt="true"/>
          </p:nvPr>
        </p:nvSpPr>
        <p:spPr>
          <a:prstGeom prst="rect">
            <a:avLst/>
          </a:prstGeom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0B95E5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0B95E5"/>
                </a:solidFill>
                <a:latin typeface="MiSans Normal"/>
                <a:ea typeface="MiSans Normal"/>
                <a:cs typeface="MiSans Normal"/>
                <a:sym typeface="MiSans Normal"/>
              </a:rPr>
              <a:t>01</a:t>
            </a:r>
          </a:p>
        </p:txBody>
      </p:sp>
      <p:sp>
        <p:nvSpPr>
          <p:cNvPr name="AutoShape 5" id="5"/>
          <p:cNvSpPr/>
          <p:nvPr>
            <p:ph idx="12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6" id="6"/>
          <p:cNvSpPr/>
          <p:nvPr>
            <p:ph idx="13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项目背景与设计目标</a:t>
            </a:r>
          </a:p>
        </p:txBody>
      </p:sp>
      <p:sp>
        <p:nvSpPr>
          <p:cNvPr name="AutoShape 7" id="7"/>
          <p:cNvSpPr/>
          <p:nvPr>
            <p:ph idx="131" type="body" sz="quarter" hasCustomPrompt="true"/>
          </p:nvPr>
        </p:nvSpPr>
        <p:spPr>
          <a:prstGeom prst="rect">
            <a:avLst/>
          </a:prstGeom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0B95E5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0B95E5"/>
                </a:solidFill>
                <a:latin typeface="MiSans Normal"/>
                <a:ea typeface="MiSans Normal"/>
                <a:cs typeface="MiSans Normal"/>
                <a:sym typeface="MiSans Normal"/>
              </a:rPr>
              <a:t>02</a:t>
            </a:r>
          </a:p>
        </p:txBody>
      </p:sp>
      <p:sp>
        <p:nvSpPr>
          <p:cNvPr name="AutoShape 8" id="8"/>
          <p:cNvSpPr/>
          <p:nvPr>
            <p:ph idx="13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9" id="9"/>
          <p:cNvSpPr/>
          <p:nvPr>
            <p:ph idx="133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系统总体方案设计</a:t>
            </a:r>
          </a:p>
        </p:txBody>
      </p:sp>
      <p:sp>
        <p:nvSpPr>
          <p:cNvPr name="AutoShape 10" id="10"/>
          <p:cNvSpPr/>
          <p:nvPr>
            <p:ph idx="134" type="body" sz="quarter" hasCustomPrompt="true"/>
          </p:nvPr>
        </p:nvSpPr>
        <p:spPr>
          <a:prstGeom prst="rect">
            <a:avLst/>
          </a:prstGeom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0B95E5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0B95E5"/>
                </a:solidFill>
                <a:latin typeface="MiSans Normal"/>
                <a:ea typeface="MiSans Normal"/>
                <a:cs typeface="MiSans Normal"/>
                <a:sym typeface="MiSans Normal"/>
              </a:rPr>
              <a:t>03</a:t>
            </a:r>
          </a:p>
        </p:txBody>
      </p:sp>
      <p:sp>
        <p:nvSpPr>
          <p:cNvPr name="AutoShape 11" id="11"/>
          <p:cNvSpPr/>
          <p:nvPr>
            <p:ph idx="135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2" id="12"/>
          <p:cNvSpPr/>
          <p:nvPr>
            <p:ph idx="13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数据资源与算法实现</a:t>
            </a:r>
          </a:p>
        </p:txBody>
      </p:sp>
      <p:sp>
        <p:nvSpPr>
          <p:cNvPr name="AutoShape 13" id="13"/>
          <p:cNvSpPr/>
          <p:nvPr>
            <p:ph idx="137" type="body" sz="quarter" hasCustomPrompt="true"/>
          </p:nvPr>
        </p:nvSpPr>
        <p:spPr>
          <a:prstGeom prst="rect">
            <a:avLst/>
          </a:prstGeom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0B95E5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0B95E5"/>
                </a:solidFill>
                <a:latin typeface="MiSans Normal"/>
                <a:ea typeface="MiSans Normal"/>
                <a:cs typeface="MiSans Normal"/>
                <a:sym typeface="MiSans Normal"/>
              </a:rPr>
              <a:t>04</a:t>
            </a:r>
          </a:p>
        </p:txBody>
      </p:sp>
      <p:sp>
        <p:nvSpPr>
          <p:cNvPr name="AutoShape 14" id="14"/>
          <p:cNvSpPr/>
          <p:nvPr>
            <p:ph idx="138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5" id="15"/>
          <p:cNvSpPr/>
          <p:nvPr>
            <p:ph idx="139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测试验证与开发说明</a:t>
            </a:r>
          </a:p>
        </p:txBody>
      </p:sp>
      <p:sp>
        <p:nvSpPr>
          <p:cNvPr name="AutoShape 16" id="16"/>
          <p:cNvSpPr/>
          <p:nvPr>
            <p:ph idx="140" type="body" sz="quarter" hasCustomPrompt="true"/>
          </p:nvPr>
        </p:nvSpPr>
        <p:spPr>
          <a:prstGeom prst="rect">
            <a:avLst/>
          </a:prstGeom>
        </p:spPr>
        <p:txBody>
          <a:bodyPr anchor="ctr" wrap="none" lIns="0" rIns="0" tIns="0" bIns="0">
            <a:noAutofit/>
          </a:bodyPr>
          <a:lstStyle>
            <a:lvl1pPr algn="ctr">
              <a:lnSpc>
                <a:spcPct val="108333"/>
              </a:lnSpc>
              <a:defRPr sz="4000" b="false" i="false" u="none" strike="noStrike" spc="0">
                <a:solidFill>
                  <a:srgbClr val="0B95E5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4000">
                <a:solidFill>
                  <a:srgbClr val="0B95E5"/>
                </a:solidFill>
                <a:latin typeface="MiSans Normal"/>
                <a:ea typeface="MiSans Normal"/>
                <a:cs typeface="MiSans Normal"/>
                <a:sym typeface="MiSans Normal"/>
              </a:rPr>
              <a:t>05</a:t>
            </a:r>
          </a:p>
        </p:txBody>
      </p:sp>
      <p:sp>
        <p:nvSpPr>
          <p:cNvPr name="AutoShape 17" id="17"/>
          <p:cNvSpPr/>
          <p:nvPr>
            <p:ph idx="141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8" id="18"/>
          <p:cNvSpPr/>
          <p:nvPr>
            <p:ph idx="142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16666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00000"/>
              </a:lnSpc>
              <a:defRPr sz="48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48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项目背景与设计目标</a:t>
            </a:r>
          </a:p>
        </p:txBody>
      </p:sp>
      <p:sp>
        <p:nvSpPr>
          <p:cNvPr name="AutoShape 3" id="3"/>
          <p:cNvSpPr/>
          <p:nvPr>
            <p:ph idx="112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Autofit/>
          </a:bodyPr>
          <a:lstStyle>
            <a:lvl1pPr algn="r">
              <a:lnSpc>
                <a:spcPct val="108333"/>
              </a:lnSpc>
              <a:defRPr sz="100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 marL="228600" indent="-22860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100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01</a:t>
            </a:r>
          </a:p>
        </p:txBody>
      </p:sp>
    </p:spTree>
  </p:cSld>
  <p:clrMapOvr>
    <a:masterClrMapping/>
  </p:clrMapOvr>
  <p:transition main:dur="699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6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研究背景与意义</a:t>
            </a:r>
          </a:p>
        </p:txBody>
      </p:sp>
      <p:pic>
        <p:nvPicPr>
          <p:cNvPr name="Picture 3" id="3"/>
          <p:cNvPicPr>
            <a:picLocks noChangeAspect="true"/>
          </p:cNvPicPr>
          <p:nvPr>
            <p:ph idx="147" type="body" sz="quarter"/>
          </p:nvPr>
        </p:nvPicPr>
        <p:blipFill>
          <a:blip r:embed="rId2"/>
          <a:srcRect l="52179" r="0" t="0" b="0"/>
          <a:stretch>
            <a:fillRect/>
          </a:stretch>
        </p:blipFill>
        <p:spPr>
          <a:xfrm rot="0" flipH="false" flipV="false">
            <a:off x="609600" y="609600"/>
            <a:ext cx="4038600" cy="5638800"/>
          </a:xfrm>
          <a:prstGeom prst="rect">
            <a:avLst/>
          </a:prstGeom>
        </p:spPr>
      </p:pic>
      <p:sp>
        <p:nvSpPr>
          <p:cNvPr name="AutoShape 4" id="4"/>
          <p:cNvSpPr/>
          <p:nvPr>
            <p:ph idx="148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5" id="5"/>
          <p:cNvSpPr/>
          <p:nvPr>
            <p:ph idx="14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双碳目标下的排放管控需求</a:t>
            </a:r>
          </a:p>
        </p:txBody>
      </p:sp>
      <p:sp>
        <p:nvSpPr>
          <p:cNvPr name="AutoShape 6" id="6"/>
          <p:cNvSpPr/>
          <p:nvPr>
            <p:ph idx="150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双碳与环保政策趋严，燃气轮机运行需同时兼顾发电效率与CO、NOx等污染物排放管控</a:t>
            </a:r>
          </a:p>
        </p:txBody>
      </p:sp>
      <p:sp>
        <p:nvSpPr>
          <p:cNvPr name="AutoShape 7" id="7"/>
          <p:cNvSpPr/>
          <p:nvPr>
            <p:ph idx="151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8" id="8"/>
          <p:cNvSpPr/>
          <p:nvPr>
            <p:ph idx="15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传统调参模式的核心痛点</a:t>
            </a:r>
          </a:p>
        </p:txBody>
      </p:sp>
      <p:sp>
        <p:nvSpPr>
          <p:cNvPr name="AutoShape 9" id="9"/>
          <p:cNvSpPr/>
          <p:nvPr>
            <p:ph idx="153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人工调参依赖操作人员经验，存在迭代周期长、难平衡效率与排放、异常发现滞后等问题</a:t>
            </a:r>
          </a:p>
        </p:txBody>
      </p:sp>
      <p:sp>
        <p:nvSpPr>
          <p:cNvPr name="AutoShape 10" id="10"/>
          <p:cNvSpPr/>
          <p:nvPr>
            <p:ph idx="15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11" id="11"/>
          <p:cNvSpPr/>
          <p:nvPr>
            <p:ph idx="155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项目研究实践价值</a:t>
            </a:r>
          </a:p>
        </p:txBody>
      </p:sp>
      <p:sp>
        <p:nvSpPr>
          <p:cNvPr name="AutoShape 12" id="12"/>
          <p:cNvSpPr/>
          <p:nvPr>
            <p:ph idx="156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打造可运行演示的智能系统，支撑机组安全、高效、低碳运行，完成课程知识全链路实践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0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核心技术方向与设计目标</a:t>
            </a:r>
          </a:p>
        </p:txBody>
      </p:sp>
      <p:sp>
        <p:nvSpPr>
          <p:cNvPr name="AutoShape 3" id="3"/>
          <p:cNvSpPr/>
          <p:nvPr>
            <p:ph idx="161" type="body" sz="quarter" hasCustomPrompt="true"/>
          </p:nvPr>
        </p:nvSpPr>
        <p:spPr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pic>
        <p:nvPicPr>
          <p:cNvPr name="Picture 4" id="4"/>
          <p:cNvPicPr>
            <a:picLocks noChangeAspect="true"/>
          </p:cNvPicPr>
          <p:nvPr>
            <p:ph idx="162" type="pic" sz="quarter"/>
          </p:nvPr>
        </p:nvPicPr>
        <p:blipFill>
          <a:blip r:embed="rId2"/>
          <a:srcRect l="0" r="0" t="14959" b="10873"/>
          <a:stretch>
            <a:fillRect/>
          </a:stretch>
        </p:blipFill>
        <p:spPr>
          <a:xfrm rot="0" flipH="false" flipV="false">
            <a:off x="609600" y="1524000"/>
            <a:ext cx="5334000" cy="2641600"/>
          </a:xfrm>
          <a:prstGeom prst="rect">
            <a:avLst/>
          </a:prstGeom>
        </p:spPr>
      </p:pic>
      <p:sp>
        <p:nvSpPr>
          <p:cNvPr name="AutoShape 5" id="5"/>
          <p:cNvSpPr/>
          <p:nvPr>
            <p:ph idx="163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覆盖三类课程核心技术</a:t>
            </a:r>
          </a:p>
        </p:txBody>
      </p:sp>
      <p:sp>
        <p:nvSpPr>
          <p:cNvPr name="AutoShape 6" id="6"/>
          <p:cNvSpPr/>
          <p:nvPr>
            <p:ph idx="16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覆盖监督学习回归、智能优化算法、无监督异常检测三大课程核心技术方向</a:t>
            </a:r>
          </a:p>
        </p:txBody>
      </p:sp>
      <p:sp>
        <p:nvSpPr>
          <p:cNvPr name="AutoShape 7" id="7"/>
          <p:cNvSpPr/>
          <p:nvPr>
            <p:ph idx="165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pic>
        <p:nvPicPr>
          <p:cNvPr name="Picture 8" id="8"/>
          <p:cNvPicPr>
            <a:picLocks noChangeAspect="true"/>
          </p:cNvPicPr>
          <p:nvPr>
            <p:ph idx="166" type="pic" sz="quarter"/>
          </p:nvPr>
        </p:nvPicPr>
        <p:blipFill>
          <a:blip r:embed="rId3"/>
          <a:srcRect l="0" r="0" t="4762" b="4761"/>
          <a:stretch>
            <a:fillRect/>
          </a:stretch>
        </p:blipFill>
        <p:spPr>
          <a:xfrm rot="0" flipH="false" flipV="false">
            <a:off x="6248400" y="1524000"/>
            <a:ext cx="5334000" cy="2641600"/>
          </a:xfrm>
          <a:prstGeom prst="rect">
            <a:avLst/>
          </a:prstGeom>
        </p:spPr>
      </p:pic>
      <p:sp>
        <p:nvSpPr>
          <p:cNvPr name="AutoShape 9" id="9"/>
          <p:cNvSpPr/>
          <p:nvPr>
            <p:ph idx="167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系统核心设计目标</a:t>
            </a:r>
          </a:p>
        </p:txBody>
      </p:sp>
      <p:sp>
        <p:nvSpPr>
          <p:cNvPr name="AutoShape 10" id="10"/>
          <p:cNvSpPr/>
          <p:nvPr>
            <p:ph idx="168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构建完整B/S架构可演示系统，解决传统调参效率低、排放控制滞后等实际痛点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00000"/>
              </a:lnSpc>
              <a:defRPr sz="48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48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系统总体方案设计</a:t>
            </a:r>
          </a:p>
        </p:txBody>
      </p:sp>
      <p:sp>
        <p:nvSpPr>
          <p:cNvPr name="AutoShape 3" id="3"/>
          <p:cNvSpPr/>
          <p:nvPr>
            <p:ph idx="112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Autofit/>
          </a:bodyPr>
          <a:lstStyle>
            <a:lvl1pPr algn="r">
              <a:lnSpc>
                <a:spcPct val="108333"/>
              </a:lnSpc>
              <a:defRPr sz="100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 marL="228600" indent="-22860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100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02</a:t>
            </a:r>
          </a:p>
        </p:txBody>
      </p:sp>
    </p:spTree>
  </p:cSld>
  <p:clrMapOvr>
    <a:masterClrMapping/>
  </p:clrMapOvr>
  <p:transition main:dur="699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18"/>
            <a:ext cx="12190730" cy="6857365"/>
          </a:xfrm>
          <a:prstGeom prst="roundRect">
            <a:avLst>
              <a:gd name="adj" fmla="val 0"/>
            </a:avLst>
          </a:prstGeom>
          <a:solidFill>
            <a:srgbClr val="102B3F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>
            <p:ph idx="4294967295" type="body" sz="quarter" hasCustomPrompt="true"/>
          </p:nvPr>
        </p:nvSpPr>
        <p:spPr>
          <a:xfrm rot="0" flipH="false" flipV="false">
            <a:off x="609600" y="533400"/>
            <a:ext cx="6324600" cy="6096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系统架构与技术栈选型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3403600"/>
            <a:ext cx="50800" cy="1117600"/>
          </a:xfrm>
          <a:prstGeom prst="rect">
            <a:avLst/>
          </a:prstGeom>
          <a:solidFill>
            <a:srgbClr val="0B95E5">
              <a:alpha val="100000"/>
            </a:srgbClr>
          </a:solidFill>
          <a:ln w="12700" cmpd="sng" cap="flat">
            <a:solidFill>
              <a:srgbClr val="000000">
                <a:alpha val="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0000" rIns="90000" tIns="46800" bIns="46800"/>
          <a:lstStyle/>
          <a:p>
            <a:pPr algn="l">
              <a:defRPr/>
            </a:pPr>
            <a:endParaRPr/>
          </a:p>
        </p:txBody>
      </p:sp>
      <p:sp>
        <p:nvSpPr>
          <p:cNvPr name="AutoShape 6" id="6"/>
          <p:cNvSpPr/>
          <p:nvPr>
            <p:ph idx="4294967295" type="body" sz="quarter" hasCustomPrompt="true"/>
          </p:nvPr>
        </p:nvSpPr>
        <p:spPr>
          <a:xfrm rot="0" flipH="false" flipV="false">
            <a:off x="762000" y="3403600"/>
            <a:ext cx="6172200" cy="4064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B/S四层解耦架构</a:t>
            </a:r>
          </a:p>
        </p:txBody>
      </p:sp>
      <p:sp>
        <p:nvSpPr>
          <p:cNvPr name="AutoShape 7" id="7"/>
          <p:cNvSpPr/>
          <p:nvPr>
            <p:ph idx="4294967295" type="body" sz="quarter" hasCustomPrompt="true"/>
          </p:nvPr>
        </p:nvSpPr>
        <p:spPr>
          <a:xfrm rot="0" flipH="false" flipV="false">
            <a:off x="762000" y="3911600"/>
            <a:ext cx="6172200" cy="6096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自上而下分为前端展示层、后端服务层、算法模块层、数据持久层，各层职责清晰易扩展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5130800"/>
            <a:ext cx="50800" cy="1117600"/>
          </a:xfrm>
          <a:prstGeom prst="rect">
            <a:avLst/>
          </a:prstGeom>
          <a:solidFill>
            <a:srgbClr val="0B95E5">
              <a:alpha val="100000"/>
            </a:srgbClr>
          </a:solidFill>
          <a:ln w="12700" cmpd="sng" cap="flat">
            <a:solidFill>
              <a:srgbClr val="000000">
                <a:alpha val="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0000" rIns="90000" tIns="46800" bIns="46800"/>
          <a:lstStyle/>
          <a:p>
            <a:pPr algn="l">
              <a:defRPr/>
            </a:pPr>
            <a:endParaRPr/>
          </a:p>
        </p:txBody>
      </p:sp>
      <p:sp>
        <p:nvSpPr>
          <p:cNvPr name="AutoShape 9" id="9"/>
          <p:cNvSpPr/>
          <p:nvPr>
            <p:ph idx="4294967295" type="body" sz="quarter" hasCustomPrompt="true"/>
          </p:nvPr>
        </p:nvSpPr>
        <p:spPr>
          <a:xfrm rot="0" flipH="false" flipV="false">
            <a:off x="762000" y="5130800"/>
            <a:ext cx="6172200" cy="4064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核心技术栈选型</a:t>
            </a:r>
          </a:p>
        </p:txBody>
      </p:sp>
      <p:sp>
        <p:nvSpPr>
          <p:cNvPr name="AutoShape 10" id="10"/>
          <p:cNvSpPr/>
          <p:nvPr>
            <p:ph idx="4294967295" type="body" sz="quarter" hasCustomPrompt="true"/>
          </p:nvPr>
        </p:nvSpPr>
        <p:spPr>
          <a:xfrm rot="0" flipH="false" flipV="false">
            <a:off x="762000" y="5638800"/>
            <a:ext cx="6172200" cy="6096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前端采用Vue3+Element Plus+ECharts，后端基于Flask，支持MySQL/SQLite双数据库自动适配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88200" y="1473200"/>
            <a:ext cx="4292600" cy="990600"/>
          </a:xfrm>
          <a:prstGeom prst="roundRect">
            <a:avLst>
              <a:gd name="adj" fmla="val 12820"/>
            </a:avLst>
          </a:prstGeom>
          <a:solidFill>
            <a:srgbClr val="0B95E5">
              <a:alpha val="95000"/>
            </a:srgbClr>
          </a:solidFill>
          <a:ln w="12700" cmpd="sng" cap="flat">
            <a:solidFill>
              <a:srgbClr val="78C3F5">
                <a:alpha val="6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188200" y="1473200"/>
            <a:ext cx="42926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前端展示层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200">
                <a:solidFill>
                  <a:srgbClr val="D6ECFC"/>
                </a:solidFill>
                <a:latin typeface="Noto Sans SC"/>
                <a:ea typeface="Noto Sans SC"/>
                <a:cs typeface="Noto Sans SC"/>
                <a:sym typeface="Noto Sans SC"/>
              </a:rPr>
              <a:t>Vue3 · Element Plus · ECharts</a:t>
            </a:r>
          </a:p>
        </p:txBody>
      </p:sp>
      <p:cxnSp>
        <p:nvCxnSpPr>
          <p:cNvPr name="Connector 13" id="13"/>
          <p:cNvCxnSpPr/>
          <p:nvPr/>
        </p:nvCxnSpPr>
        <p:spPr>
          <a:xfrm rot="5114181" flipH="false" flipV="false">
            <a:off x="9258300" y="25593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C3F5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188200" y="2667000"/>
            <a:ext cx="4292600" cy="990600"/>
          </a:xfrm>
          <a:prstGeom prst="roundRect">
            <a:avLst>
              <a:gd name="adj" fmla="val 12820"/>
            </a:avLst>
          </a:prstGeom>
          <a:solidFill>
            <a:srgbClr val="087AC0">
              <a:alpha val="95000"/>
            </a:srgbClr>
          </a:solidFill>
          <a:ln w="12700" cmpd="sng" cap="flat">
            <a:solidFill>
              <a:srgbClr val="78C3F5">
                <a:alpha val="6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188200" y="2667000"/>
            <a:ext cx="42926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后端服务层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200">
                <a:solidFill>
                  <a:srgbClr val="D6ECFC"/>
                </a:solidFill>
                <a:latin typeface="Noto Sans SC"/>
                <a:ea typeface="Noto Sans SC"/>
                <a:cs typeface="Noto Sans SC"/>
                <a:sym typeface="Noto Sans SC"/>
              </a:rPr>
              <a:t>Flask · 9 个 RESTful 接口</a:t>
            </a:r>
          </a:p>
        </p:txBody>
      </p:sp>
      <p:cxnSp>
        <p:nvCxnSpPr>
          <p:cNvPr name="Connector 16" id="16"/>
          <p:cNvCxnSpPr/>
          <p:nvPr/>
        </p:nvCxnSpPr>
        <p:spPr>
          <a:xfrm rot="5114181" flipH="false" flipV="false">
            <a:off x="9258300" y="37531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C3F5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188200" y="3860800"/>
            <a:ext cx="4292600" cy="990600"/>
          </a:xfrm>
          <a:prstGeom prst="roundRect">
            <a:avLst>
              <a:gd name="adj" fmla="val 12820"/>
            </a:avLst>
          </a:prstGeom>
          <a:solidFill>
            <a:srgbClr val="09629E">
              <a:alpha val="96000"/>
            </a:srgbClr>
          </a:solidFill>
          <a:ln w="12700" cmpd="sng" cap="flat">
            <a:solidFill>
              <a:srgbClr val="78C3F5">
                <a:alpha val="6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88200" y="3860800"/>
            <a:ext cx="42926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算法模块层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200">
                <a:solidFill>
                  <a:srgbClr val="D6ECFC"/>
                </a:solidFill>
                <a:latin typeface="Noto Sans SC"/>
                <a:ea typeface="Noto Sans SC"/>
                <a:cs typeface="Noto Sans SC"/>
                <a:sym typeface="Noto Sans SC"/>
              </a:rPr>
              <a:t>XGBoost 预测 · PSO 寻优 · 孤立森林检测</a:t>
            </a:r>
          </a:p>
        </p:txBody>
      </p:sp>
      <p:cxnSp>
        <p:nvCxnSpPr>
          <p:cNvPr name="Connector 19" id="19"/>
          <p:cNvCxnSpPr/>
          <p:nvPr/>
        </p:nvCxnSpPr>
        <p:spPr>
          <a:xfrm rot="5114181" flipH="false" flipV="false">
            <a:off x="9258300" y="49469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C3F5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7188200" y="5054600"/>
            <a:ext cx="4292600" cy="990600"/>
          </a:xfrm>
          <a:prstGeom prst="roundRect">
            <a:avLst>
              <a:gd name="adj" fmla="val 12820"/>
            </a:avLst>
          </a:prstGeom>
          <a:solidFill>
            <a:srgbClr val="0C4C7A">
              <a:alpha val="98000"/>
            </a:srgbClr>
          </a:solidFill>
          <a:ln w="12700" cmpd="sng" cap="flat">
            <a:solidFill>
              <a:srgbClr val="78C3F5">
                <a:alpha val="6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88200" y="5054600"/>
            <a:ext cx="42926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数据持久层</a:t>
            </a:r>
            <a:r>
              <a:rPr lang="en-US" b="fals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200">
                <a:solidFill>
                  <a:srgbClr val="D6ECFC"/>
                </a:solidFill>
                <a:latin typeface="Noto Sans SC"/>
                <a:ea typeface="Noto Sans SC"/>
                <a:cs typeface="Noto Sans SC"/>
                <a:sym typeface="Noto Sans SC"/>
              </a:rPr>
              <a:t>MySQL 优先 · SQLite 自动降级适配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18"/>
            <a:ext cx="12190730" cy="6857365"/>
          </a:xfrm>
          <a:prstGeom prst="roundRect">
            <a:avLst>
              <a:gd name="adj" fmla="val 0"/>
            </a:avLst>
          </a:prstGeom>
          <a:solidFill>
            <a:srgbClr val="102B3F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>
            <p:ph idx="4294967295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功能模块与数据库设计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32" r="32" t="0" b="0"/>
          <a:stretch>
            <a:fillRect/>
          </a:stretch>
        </p:blipFill>
        <p:spPr>
          <a:xfrm rot="0" flipH="false" flipV="false">
            <a:off x="609600" y="1473200"/>
            <a:ext cx="3149600" cy="2260600"/>
          </a:xfrm>
          <a:prstGeom prst="roundRect">
            <a:avLst>
              <a:gd name="adj" fmla="val 4494"/>
            </a:avLst>
          </a:prstGeom>
          <a:noFill/>
          <a:ln w="12700" cmpd="sng" cap="flat">
            <a:solidFill>
              <a:srgbClr val="5AB4F0">
                <a:alpha val="70000"/>
              </a:srgbClr>
            </a:solidFill>
            <a:prstDash val="solid"/>
            <a:round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32" r="32" t="0" b="0"/>
          <a:stretch>
            <a:fillRect/>
          </a:stretch>
        </p:blipFill>
        <p:spPr>
          <a:xfrm rot="0" flipH="false" flipV="false">
            <a:off x="3962400" y="1473200"/>
            <a:ext cx="3149600" cy="2260600"/>
          </a:xfrm>
          <a:prstGeom prst="roundRect">
            <a:avLst>
              <a:gd name="adj" fmla="val 4494"/>
            </a:avLst>
          </a:prstGeom>
          <a:noFill/>
          <a:ln w="12700" cmpd="sng" cap="flat">
            <a:solidFill>
              <a:srgbClr val="5AB4F0">
                <a:alpha val="70000"/>
              </a:srgbClr>
            </a:solidFill>
            <a:prstDash val="solid"/>
            <a:round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32" r="32" t="0" b="0"/>
          <a:stretch>
            <a:fillRect/>
          </a:stretch>
        </p:blipFill>
        <p:spPr>
          <a:xfrm rot="0" flipH="false" flipV="false">
            <a:off x="609600" y="3937000"/>
            <a:ext cx="3149600" cy="2260600"/>
          </a:xfrm>
          <a:prstGeom prst="roundRect">
            <a:avLst>
              <a:gd name="adj" fmla="val 4494"/>
            </a:avLst>
          </a:prstGeom>
          <a:noFill/>
          <a:ln w="12700" cmpd="sng" cap="flat">
            <a:solidFill>
              <a:srgbClr val="5AB4F0">
                <a:alpha val="70000"/>
              </a:srgbClr>
            </a:solidFill>
            <a:prstDash val="solid"/>
            <a:round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rcRect l="32" r="32" t="0" b="0"/>
          <a:stretch>
            <a:fillRect/>
          </a:stretch>
        </p:blipFill>
        <p:spPr>
          <a:xfrm rot="0" flipH="false" flipV="false">
            <a:off x="3962400" y="3937000"/>
            <a:ext cx="3149600" cy="2260600"/>
          </a:xfrm>
          <a:prstGeom prst="roundRect">
            <a:avLst>
              <a:gd name="adj" fmla="val 4494"/>
            </a:avLst>
          </a:prstGeom>
          <a:noFill/>
          <a:ln w="12700" cmpd="sng" cap="flat">
            <a:solidFill>
              <a:srgbClr val="5AB4F0">
                <a:alpha val="70000"/>
              </a:srgbClr>
            </a:solidFill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609600" y="3403600"/>
            <a:ext cx="3149600" cy="330200"/>
          </a:xfrm>
          <a:prstGeom prst="roundRect">
            <a:avLst>
              <a:gd name="adj" fmla="val 0"/>
            </a:avLst>
          </a:prstGeom>
          <a:solidFill>
            <a:srgbClr val="081C30">
              <a:alpha val="8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" y="3403600"/>
            <a:ext cx="3149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运行总览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962400" y="3403600"/>
            <a:ext cx="3149600" cy="330200"/>
          </a:xfrm>
          <a:prstGeom prst="roundRect">
            <a:avLst>
              <a:gd name="adj" fmla="val 0"/>
            </a:avLst>
          </a:prstGeom>
          <a:solidFill>
            <a:srgbClr val="081C30">
              <a:alpha val="8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962400" y="3403600"/>
            <a:ext cx="3149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排放预测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" y="5867400"/>
            <a:ext cx="3149600" cy="330200"/>
          </a:xfrm>
          <a:prstGeom prst="roundRect">
            <a:avLst>
              <a:gd name="adj" fmla="val 0"/>
            </a:avLst>
          </a:prstGeom>
          <a:solidFill>
            <a:srgbClr val="081C30">
              <a:alpha val="8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" y="5867400"/>
            <a:ext cx="3149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参数优化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962400" y="5867400"/>
            <a:ext cx="3149600" cy="330200"/>
          </a:xfrm>
          <a:prstGeom prst="roundRect">
            <a:avLst>
              <a:gd name="adj" fmla="val 0"/>
            </a:avLst>
          </a:prstGeom>
          <a:solidFill>
            <a:srgbClr val="081C30">
              <a:alpha val="8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962400" y="5867400"/>
            <a:ext cx="3149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异常监测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416800" y="1473200"/>
            <a:ext cx="4165600" cy="2260600"/>
          </a:xfrm>
          <a:prstGeom prst="roundRect">
            <a:avLst>
              <a:gd name="adj" fmla="val 5617"/>
            </a:avLst>
          </a:prstGeom>
          <a:solidFill>
            <a:srgbClr val="064B73">
              <a:alpha val="50000"/>
            </a:srgbClr>
          </a:solidFill>
          <a:ln w="12700" cmpd="sng" cap="flat">
            <a:solidFill>
              <a:srgbClr val="468CC8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16800" y="1473200"/>
            <a:ext cx="50800" cy="2260600"/>
          </a:xfrm>
          <a:prstGeom prst="roundRect">
            <a:avLst>
              <a:gd name="adj" fmla="val 0"/>
            </a:avLst>
          </a:prstGeom>
          <a:solidFill>
            <a:srgbClr val="0B95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96200" y="1752600"/>
            <a:ext cx="37084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四大业务功能模块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96200" y="2311400"/>
            <a:ext cx="381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DFEEFA"/>
                </a:solidFill>
                <a:latin typeface="Noto Sans SC"/>
                <a:ea typeface="Noto Sans SC"/>
                <a:cs typeface="Noto Sans SC"/>
                <a:sym typeface="Noto Sans SC"/>
              </a:rPr>
              <a:t>前端打造运行总览、排放预测、参数优化、异常监测四个页面，覆盖完整业务闭环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416800" y="3937000"/>
            <a:ext cx="4165600" cy="2260600"/>
          </a:xfrm>
          <a:prstGeom prst="roundRect">
            <a:avLst>
              <a:gd name="adj" fmla="val 5617"/>
            </a:avLst>
          </a:prstGeom>
          <a:solidFill>
            <a:srgbClr val="064B73">
              <a:alpha val="50000"/>
            </a:srgbClr>
          </a:solidFill>
          <a:ln w="12700" cmpd="sng" cap="flat">
            <a:solidFill>
              <a:srgbClr val="468CC8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416800" y="3937000"/>
            <a:ext cx="50800" cy="2260600"/>
          </a:xfrm>
          <a:prstGeom prst="roundRect">
            <a:avLst>
              <a:gd name="adj" fmla="val 0"/>
            </a:avLst>
          </a:prstGeom>
          <a:solidFill>
            <a:srgbClr val="0B95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96200" y="4216400"/>
            <a:ext cx="37084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核心数据表设计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96200" y="4775200"/>
            <a:ext cx="381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DFEEFA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设计设备基础信息、运行优化记录、异常监测日志三张核心表，满足全流程数据存档追溯需求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00000"/>
              </a:lnSpc>
              <a:defRPr sz="48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48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数据资源与算法实现</a:t>
            </a:r>
          </a:p>
        </p:txBody>
      </p:sp>
      <p:sp>
        <p:nvSpPr>
          <p:cNvPr name="AutoShape 3" id="3"/>
          <p:cNvSpPr/>
          <p:nvPr>
            <p:ph idx="112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Autofit/>
          </a:bodyPr>
          <a:lstStyle>
            <a:lvl1pPr algn="r">
              <a:lnSpc>
                <a:spcPct val="108333"/>
              </a:lnSpc>
              <a:defRPr sz="100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 marL="228600" indent="-22860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100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03</a:t>
            </a:r>
          </a:p>
        </p:txBody>
      </p:sp>
    </p:spTree>
  </p:cSld>
  <p:clrMapOvr>
    <a:masterClrMapping/>
  </p:clrMapOvr>
  <p:transition main:dur="699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3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数据集构建与预处理</a:t>
            </a:r>
          </a:p>
        </p:txBody>
      </p:sp>
      <p:sp>
        <p:nvSpPr>
          <p:cNvPr name="AutoShape 3" id="3"/>
          <p:cNvSpPr/>
          <p:nvPr>
            <p:ph idx="194" type="body" sz="quarter" hasCustomPrompt="true"/>
          </p:nvPr>
        </p:nvSpPr>
        <p:spPr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pic>
        <p:nvPicPr>
          <p:cNvPr name="Picture 4" id="4"/>
          <p:cNvPicPr>
            <a:picLocks noChangeAspect="true"/>
          </p:cNvPicPr>
          <p:nvPr>
            <p:ph idx="195" type="pic" sz="quarter"/>
          </p:nvPr>
        </p:nvPicPr>
        <p:blipFill>
          <a:blip r:embed="rId2"/>
          <a:srcRect l="0" r="0" t="5882" b="5881"/>
          <a:stretch>
            <a:fillRect/>
          </a:stretch>
        </p:blipFill>
        <p:spPr>
          <a:xfrm rot="0" flipH="false" flipV="false">
            <a:off x="609600" y="1524000"/>
            <a:ext cx="3454400" cy="2032000"/>
          </a:xfrm>
          <a:prstGeom prst="rect">
            <a:avLst/>
          </a:prstGeom>
        </p:spPr>
      </p:pic>
      <p:sp>
        <p:nvSpPr>
          <p:cNvPr name="AutoShape 5" id="5"/>
          <p:cNvSpPr/>
          <p:nvPr>
            <p:ph idx="196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公开数据集来源</a:t>
            </a:r>
          </a:p>
        </p:txBody>
      </p:sp>
      <p:sp>
        <p:nvSpPr>
          <p:cNvPr name="AutoShape 6" id="6"/>
          <p:cNvSpPr/>
          <p:nvPr>
            <p:ph idx="197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采用UCI公开燃气轮机排放数据集，共36733条小时级样本，含9项运行特征与排放目标变量</a:t>
            </a:r>
          </a:p>
        </p:txBody>
      </p:sp>
      <p:sp>
        <p:nvSpPr>
          <p:cNvPr name="AutoShape 7" id="7"/>
          <p:cNvSpPr/>
          <p:nvPr>
            <p:ph idx="198" type="body" sz="quarter" hasCustomPrompt="true"/>
          </p:nvPr>
        </p:nvSpPr>
        <p:spPr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pic>
        <p:nvPicPr>
          <p:cNvPr name="Picture 8" id="8"/>
          <p:cNvPicPr>
            <a:picLocks noChangeAspect="true"/>
          </p:cNvPicPr>
          <p:nvPr>
            <p:ph idx="199" type="pic" sz="quarter"/>
          </p:nvPr>
        </p:nvPicPr>
        <p:blipFill>
          <a:blip r:embed="rId3"/>
          <a:srcRect l="5203" r="5203" t="0" b="0"/>
          <a:stretch>
            <a:fillRect/>
          </a:stretch>
        </p:blipFill>
        <p:spPr>
          <a:xfrm rot="0" flipH="false" flipV="false">
            <a:off x="4368800" y="4216400"/>
            <a:ext cx="3454400" cy="2032000"/>
          </a:xfrm>
          <a:prstGeom prst="rect">
            <a:avLst/>
          </a:prstGeom>
        </p:spPr>
      </p:pic>
      <p:sp>
        <p:nvSpPr>
          <p:cNvPr name="AutoShape 9" id="9"/>
          <p:cNvSpPr/>
          <p:nvPr>
            <p:ph idx="200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数据预处理流程</a:t>
            </a:r>
          </a:p>
        </p:txBody>
      </p:sp>
      <p:sp>
        <p:nvSpPr>
          <p:cNvPr name="AutoShape 10" id="10"/>
          <p:cNvSpPr/>
          <p:nvPr>
            <p:ph idx="201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按年份划分数据集避免信息泄漏，经去重、标准化处理后用于模型训练</a:t>
            </a:r>
          </a:p>
        </p:txBody>
      </p:sp>
      <p:sp>
        <p:nvSpPr>
          <p:cNvPr name="AutoShape 11" id="11"/>
          <p:cNvSpPr/>
          <p:nvPr>
            <p:ph idx="202" type="body" sz="quarter" hasCustomPrompt="true"/>
          </p:nvPr>
        </p:nvSpPr>
        <p:spPr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pic>
        <p:nvPicPr>
          <p:cNvPr name="Picture 12" id="12"/>
          <p:cNvPicPr>
            <a:picLocks noChangeAspect="true"/>
          </p:cNvPicPr>
          <p:nvPr>
            <p:ph idx="203" type="pic" sz="quarter"/>
          </p:nvPr>
        </p:nvPicPr>
        <p:blipFill>
          <a:blip r:embed="rId4"/>
          <a:srcRect l="2215" r="2216" t="0" b="0"/>
          <a:stretch>
            <a:fillRect/>
          </a:stretch>
        </p:blipFill>
        <p:spPr>
          <a:xfrm rot="0" flipH="false" flipV="false">
            <a:off x="8128000" y="1524000"/>
            <a:ext cx="3454400" cy="2032000"/>
          </a:xfrm>
          <a:prstGeom prst="rect">
            <a:avLst/>
          </a:prstGeom>
        </p:spPr>
      </p:pic>
      <p:sp>
        <p:nvSpPr>
          <p:cNvPr name="AutoShape 13" id="13"/>
          <p:cNvSpPr/>
          <p:nvPr>
            <p:ph idx="20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数据漂移问题发现</a:t>
            </a:r>
          </a:p>
        </p:txBody>
      </p:sp>
      <p:sp>
        <p:nvSpPr>
          <p:cNvPr name="AutoShape 14" id="14"/>
          <p:cNvSpPr/>
          <p:nvPr>
            <p:ph idx="205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发现NOx排放存在跨年漂移现象，客观评估模型外推能力并完整披露处理过程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18"/>
            <a:ext cx="12190730" cy="6857365"/>
          </a:xfrm>
          <a:prstGeom prst="roundRect">
            <a:avLst>
              <a:gd name="adj" fmla="val 0"/>
            </a:avLst>
          </a:prstGeom>
          <a:solidFill>
            <a:srgbClr val="102B3F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>
            <p:ph idx="4294967295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核心算法模块实现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3556000"/>
            <a:ext cx="3454400" cy="2692400"/>
          </a:xfrm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000000">
                <a:alpha val="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0000" rIns="90000" tIns="46800" bIns="46800"/>
          <a:lstStyle/>
          <a:p>
            <a:pPr algn="l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35" b="35"/>
          <a:stretch>
            <a:fillRect/>
          </a:stretch>
        </p:blipFill>
        <p:spPr>
          <a:xfrm rot="0" flipH="false" flipV="false">
            <a:off x="609600" y="1524000"/>
            <a:ext cx="3454400" cy="2032000"/>
          </a:xfrm>
          <a:prstGeom prst="roundRect">
            <a:avLst>
              <a:gd name="adj" fmla="val 5000"/>
            </a:avLst>
          </a:prstGeom>
          <a:noFill/>
          <a:ln w="12700" cmpd="sng" cap="flat">
            <a:solidFill>
              <a:srgbClr val="5AB4F0">
                <a:alpha val="7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914400" y="3759200"/>
            <a:ext cx="31496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92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XGBoost两阶段排放预测</a:t>
            </a:r>
            <a:endParaRPr lang="en-US" sz="1100"/>
          </a:p>
        </p:txBody>
      </p:sp>
      <p:sp>
        <p:nvSpPr>
          <p:cNvPr name="AutoShape 8" id="8"/>
          <p:cNvSpPr/>
          <p:nvPr>
            <p:ph idx="4294967295" type="body" sz="quarter" hasCustomPrompt="true"/>
          </p:nvPr>
        </p:nvSpPr>
        <p:spPr>
          <a:xfrm rot="0" flipH="false" flipV="false">
            <a:off x="914400" y="4216400"/>
            <a:ext cx="2844800" cy="18288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两阶段预测链由8项运行参数预测能量产出、CO与NOx排放，部署模型R²分别达0.9986、0.7942、0.8634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68800" y="3556000"/>
            <a:ext cx="3454400" cy="2692400"/>
          </a:xfrm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000000">
                <a:alpha val="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0000" rIns="90000" tIns="46800" bIns="46800"/>
          <a:lstStyle/>
          <a:p>
            <a:pPr algn="l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r="0" t="35" b="35"/>
          <a:stretch>
            <a:fillRect/>
          </a:stretch>
        </p:blipFill>
        <p:spPr>
          <a:xfrm rot="0" flipH="false" flipV="false">
            <a:off x="4368800" y="1524000"/>
            <a:ext cx="3454400" cy="2032000"/>
          </a:xfrm>
          <a:prstGeom prst="roundRect">
            <a:avLst>
              <a:gd name="adj" fmla="val 5000"/>
            </a:avLst>
          </a:prstGeom>
          <a:noFill/>
          <a:ln w="12700" cmpd="sng" cap="flat">
            <a:solidFill>
              <a:srgbClr val="5AB4F0">
                <a:alpha val="70000"/>
              </a:srgbClr>
            </a:solidFill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4673600" y="3759200"/>
            <a:ext cx="31496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9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PSO参数智能寻优</a:t>
            </a:r>
            <a:endParaRPr lang="en-US" sz="1100"/>
          </a:p>
        </p:txBody>
      </p:sp>
      <p:sp>
        <p:nvSpPr>
          <p:cNvPr name="AutoShape 12" id="12"/>
          <p:cNvSpPr/>
          <p:nvPr>
            <p:ph idx="4294967295" type="body" sz="quarter" hasCustomPrompt="true"/>
          </p:nvPr>
        </p:nvSpPr>
        <p:spPr>
          <a:xfrm rot="0" flipH="false" flipV="false">
            <a:off x="4673600" y="4216400"/>
            <a:ext cx="2844800" cy="18288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自实现PSO算法在排放达标约束下最大化能量产出，典型工况下能量产出可提升约30%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3556000"/>
            <a:ext cx="3454400" cy="2692400"/>
          </a:xfrm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000000">
                <a:alpha val="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0000" rIns="90000" tIns="46800" bIns="46800"/>
          <a:lstStyle/>
          <a:p>
            <a:pPr algn="l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rcRect l="0" r="0" t="35" b="35"/>
          <a:stretch>
            <a:fillRect/>
          </a:stretch>
        </p:blipFill>
        <p:spPr>
          <a:xfrm rot="0" flipH="false" flipV="false">
            <a:off x="8128000" y="1524000"/>
            <a:ext cx="3454400" cy="2032000"/>
          </a:xfrm>
          <a:prstGeom prst="roundRect">
            <a:avLst>
              <a:gd name="adj" fmla="val 5000"/>
            </a:avLst>
          </a:prstGeom>
          <a:noFill/>
          <a:ln w="12700" cmpd="sng" cap="flat">
            <a:solidFill>
              <a:srgbClr val="5AB4F0">
                <a:alpha val="70000"/>
              </a:srgbClr>
            </a:solidFill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8432800" y="3759200"/>
            <a:ext cx="31496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9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孤立森林异常检测</a:t>
            </a:r>
            <a:endParaRPr lang="en-US" sz="1100"/>
          </a:p>
        </p:txBody>
      </p:sp>
      <p:sp>
        <p:nvSpPr>
          <p:cNvPr name="AutoShape 16" id="16"/>
          <p:cNvSpPr/>
          <p:nvPr>
            <p:ph idx="4294967295" type="body" sz="quarter" hasCustomPrompt="true"/>
          </p:nvPr>
        </p:nvSpPr>
        <p:spPr>
          <a:xfrm rot="0" flipH="false" flipV="false">
            <a:off x="8432800" y="4216400"/>
            <a:ext cx="2844800" cy="18288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孤立森林构建正常工况基准，实现四级异常分级预警，支持异常特征快速定位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B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18"/>
            <a:ext cx="12190730" cy="6857365"/>
          </a:xfrm>
          <a:prstGeom prst="roundRect">
            <a:avLst>
              <a:gd name="adj" fmla="val 0"/>
            </a:avLst>
          </a:prstGeom>
          <a:solidFill>
            <a:srgbClr val="102B3F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>
            <p:ph idx="4294967295" type="body" sz="quarter" hasCustomPrompt="true"/>
          </p:nvPr>
        </p:nvSpPr>
        <p:spPr>
          <a:xfrm rot="0" flipH="false" flipV="false">
            <a:off x="609600" y="533400"/>
            <a:ext cx="10972800" cy="6096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前后端功能落地实现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206" b="206"/>
          <a:stretch>
            <a:fillRect/>
          </a:stretch>
        </p:blipFill>
        <p:spPr>
          <a:xfrm rot="0" flipH="false" flipV="false">
            <a:off x="609600" y="1524000"/>
            <a:ext cx="5130800" cy="4724400"/>
          </a:xfrm>
          <a:prstGeom prst="roundRect">
            <a:avLst>
              <a:gd name="adj" fmla="val 2150"/>
            </a:avLst>
          </a:prstGeom>
          <a:noFill/>
          <a:ln w="12700" cmpd="sng" cap="flat">
            <a:solidFill>
              <a:srgbClr val="5AB4F0">
                <a:alpha val="70000"/>
              </a:srgbClr>
            </a:solidFill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096000" y="1524000"/>
            <a:ext cx="5486400" cy="4724400"/>
          </a:xfrm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000000">
                <a:alpha val="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0000" rIns="90000" tIns="46800" bIns="46800"/>
          <a:lstStyle/>
          <a:p>
            <a:pPr algn="l">
              <a:defRPr/>
            </a:pPr>
            <a:endParaRPr/>
          </a:p>
        </p:txBody>
      </p:sp>
      <p:sp>
        <p:nvSpPr>
          <p:cNvPr name="AutoShape 7" id="7"/>
          <p:cNvSpPr/>
          <p:nvPr>
            <p:ph idx="4294967295" type="body" sz="quarter" hasCustomPrompt="true"/>
          </p:nvPr>
        </p:nvSpPr>
        <p:spPr>
          <a:xfrm rot="0" flipH="false" flipV="false">
            <a:off x="6553200" y="2108200"/>
            <a:ext cx="4572000" cy="4064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后端RESTful接口</a:t>
            </a:r>
          </a:p>
        </p:txBody>
      </p:sp>
      <p:sp>
        <p:nvSpPr>
          <p:cNvPr name="AutoShape 8" id="8"/>
          <p:cNvSpPr/>
          <p:nvPr>
            <p:ph idx="4294967295" type="body" sz="quarter" hasCustomPrompt="true"/>
          </p:nvPr>
        </p:nvSpPr>
        <p:spPr>
          <a:xfrm rot="0" flipH="false" flipV="false">
            <a:off x="6553200" y="2667000"/>
            <a:ext cx="4572000" cy="9144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后端提供9个标准化RESTful接口，覆盖健康检查、智能计算、记录查询等全量业务需求</a:t>
            </a:r>
          </a:p>
        </p:txBody>
      </p:sp>
      <p:sp>
        <p:nvSpPr>
          <p:cNvPr name="AutoShape 9" id="9"/>
          <p:cNvSpPr/>
          <p:nvPr>
            <p:ph idx="4294967295" type="body" sz="quarter" hasCustomPrompt="true"/>
          </p:nvPr>
        </p:nvSpPr>
        <p:spPr>
          <a:xfrm rot="0" flipH="false" flipV="false">
            <a:off x="6553200" y="4191000"/>
            <a:ext cx="4572000" cy="4064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前端可视化交互</a:t>
            </a:r>
          </a:p>
        </p:txBody>
      </p:sp>
      <p:sp>
        <p:nvSpPr>
          <p:cNvPr name="AutoShape 10" id="10"/>
          <p:cNvSpPr/>
          <p:nvPr>
            <p:ph idx="4294967295" type="body" sz="quarter" hasCustomPrompt="true"/>
          </p:nvPr>
        </p:nvSpPr>
        <p:spPr>
          <a:xfrm rot="0" flipH="false" flipV="false">
            <a:off x="6553200" y="4749800"/>
            <a:ext cx="4572000" cy="914400"/>
          </a:xfrm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前端实现多类工业图表可视化，支持参数快捷填充、结果直观展示、历史记录查询等交互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00000"/>
              </a:lnSpc>
              <a:defRPr sz="48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48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测试验证与开发说明</a:t>
            </a:r>
          </a:p>
        </p:txBody>
      </p:sp>
      <p:sp>
        <p:nvSpPr>
          <p:cNvPr name="AutoShape 3" id="3"/>
          <p:cNvSpPr/>
          <p:nvPr>
            <p:ph idx="112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Autofit/>
          </a:bodyPr>
          <a:lstStyle>
            <a:lvl1pPr algn="r">
              <a:lnSpc>
                <a:spcPct val="108333"/>
              </a:lnSpc>
              <a:defRPr sz="100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 marL="228600" indent="-22860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100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04</a:t>
            </a:r>
          </a:p>
        </p:txBody>
      </p:sp>
    </p:spTree>
  </p:cSld>
  <p:clrMapOvr>
    <a:masterClrMapping/>
  </p:clrMapOvr>
  <p:transition main:dur="699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5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系统测试与验证结果</a:t>
            </a:r>
          </a:p>
        </p:txBody>
      </p:sp>
      <p:pic>
        <p:nvPicPr>
          <p:cNvPr name="Picture 3" id="3"/>
          <p:cNvPicPr>
            <a:picLocks noChangeAspect="true"/>
          </p:cNvPicPr>
          <p:nvPr>
            <p:ph idx="236" type="body" sz="quarter"/>
          </p:nvPr>
        </p:nvPicPr>
        <p:blipFill>
          <a:blip r:embed="rId2"/>
          <a:srcRect l="5873" r="5872" t="0" b="0"/>
          <a:stretch>
            <a:fillRect/>
          </a:stretch>
        </p:blipFill>
        <p:spPr>
          <a:xfrm rot="0" flipH="false" flipV="false">
            <a:off x="609600" y="1524000"/>
            <a:ext cx="5486400" cy="4724400"/>
          </a:xfrm>
          <a:prstGeom prst="rect">
            <a:avLst/>
          </a:prstGeom>
        </p:spPr>
      </p:pic>
      <p:sp>
        <p:nvSpPr>
          <p:cNvPr name="AutoShape 4" id="4"/>
          <p:cNvSpPr/>
          <p:nvPr>
            <p:ph idx="237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自动化测试覆盖</a:t>
            </a:r>
          </a:p>
        </p:txBody>
      </p:sp>
      <p:sp>
        <p:nvSpPr>
          <p:cNvPr name="AutoShape 5" id="5"/>
          <p:cNvSpPr/>
          <p:nvPr>
            <p:ph idx="238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11项pytest自动化测试全部通过，覆盖正常路径、异常输入与数据存档等场景</a:t>
            </a:r>
          </a:p>
        </p:txBody>
      </p:sp>
      <p:sp>
        <p:nvSpPr>
          <p:cNvPr name="AutoShape 6" id="6"/>
          <p:cNvSpPr/>
          <p:nvPr>
            <p:ph idx="23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前后端联调验证</a:t>
            </a:r>
          </a:p>
        </p:txBody>
      </p:sp>
      <p:sp>
        <p:nvSpPr>
          <p:cNvPr name="AutoShape 7" id="7"/>
          <p:cNvSpPr/>
          <p:nvPr>
            <p:ph idx="240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前后端跨域连通正常，接口请求、参数校验与数据流转均符合设计要求</a:t>
            </a:r>
          </a:p>
        </p:txBody>
      </p:sp>
      <p:sp>
        <p:nvSpPr>
          <p:cNvPr name="AutoShape 8" id="8"/>
          <p:cNvSpPr/>
          <p:nvPr>
            <p:ph idx="241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业务闭环实测</a:t>
            </a:r>
          </a:p>
        </p:txBody>
      </p:sp>
      <p:sp>
        <p:nvSpPr>
          <p:cNvPr name="AutoShape 9" id="9"/>
          <p:cNvSpPr/>
          <p:nvPr>
            <p:ph idx="24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全业务流程走通，预测、优化、预警功能输出结果符合预期，无运行时错误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6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AI协作开发模式披露</a:t>
            </a:r>
          </a:p>
        </p:txBody>
      </p:sp>
      <p:sp>
        <p:nvSpPr>
          <p:cNvPr name="AutoShape 3" id="3"/>
          <p:cNvSpPr/>
          <p:nvPr>
            <p:ph idx="247" type="body" sz="quarter" hasCustomPrompt="true"/>
          </p:nvPr>
        </p:nvSpPr>
        <p:spPr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pic>
        <p:nvPicPr>
          <p:cNvPr name="Picture 4" id="4"/>
          <p:cNvPicPr>
            <a:picLocks noChangeAspect="true"/>
          </p:cNvPicPr>
          <p:nvPr>
            <p:ph idx="248" type="pic" sz="quarter"/>
          </p:nvPr>
        </p:nvPicPr>
        <p:blipFill>
          <a:blip r:embed="rId2"/>
          <a:srcRect l="16291" r="16291" t="0" b="0"/>
          <a:stretch>
            <a:fillRect/>
          </a:stretch>
        </p:blipFill>
        <p:spPr>
          <a:xfrm rot="0" flipH="false" flipV="false">
            <a:off x="1574800" y="2209800"/>
            <a:ext cx="1524000" cy="1524000"/>
          </a:xfrm>
          <a:prstGeom prst="rect">
            <a:avLst/>
          </a:prstGeom>
        </p:spPr>
      </p:pic>
      <p:sp>
        <p:nvSpPr>
          <p:cNvPr name="AutoShape 5" id="5"/>
          <p:cNvSpPr/>
          <p:nvPr>
            <p:ph idx="24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人机协同开发模式</a:t>
            </a:r>
          </a:p>
        </p:txBody>
      </p:sp>
      <p:sp>
        <p:nvSpPr>
          <p:cNvPr name="AutoShape 6" id="6"/>
          <p:cNvSpPr/>
          <p:nvPr>
            <p:ph idx="250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采用AI为协作工具、人工主导决策的vibe coding模式，全部代码经人工审查掌握</a:t>
            </a:r>
          </a:p>
        </p:txBody>
      </p:sp>
      <p:sp>
        <p:nvSpPr>
          <p:cNvPr name="AutoShape 7" id="7"/>
          <p:cNvSpPr/>
          <p:nvPr>
            <p:ph idx="251" type="body" sz="quarter" hasCustomPrompt="true"/>
          </p:nvPr>
        </p:nvSpPr>
        <p:spPr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pic>
        <p:nvPicPr>
          <p:cNvPr name="Picture 8" id="8"/>
          <p:cNvPicPr>
            <a:picLocks noChangeAspect="true"/>
          </p:cNvPicPr>
          <p:nvPr>
            <p:ph idx="252" type="pic" sz="quarter"/>
          </p:nvPr>
        </p:nvPicPr>
        <p:blipFill>
          <a:blip r:embed="rId3"/>
          <a:srcRect l="14912" r="14911" t="0" b="0"/>
          <a:stretch>
            <a:fillRect/>
          </a:stretch>
        </p:blipFill>
        <p:spPr>
          <a:xfrm rot="0" flipH="false" flipV="false">
            <a:off x="5334000" y="2209800"/>
            <a:ext cx="1524000" cy="1524000"/>
          </a:xfrm>
          <a:prstGeom prst="rect">
            <a:avLst/>
          </a:prstGeom>
        </p:spPr>
      </p:pic>
      <p:sp>
        <p:nvSpPr>
          <p:cNvPr name="AutoShape 9" id="9"/>
          <p:cNvSpPr/>
          <p:nvPr>
            <p:ph idx="253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可复用提示词策略</a:t>
            </a:r>
          </a:p>
        </p:txBody>
      </p:sp>
      <p:sp>
        <p:nvSpPr>
          <p:cNvPr name="AutoShape 10" id="10"/>
          <p:cNvSpPr/>
          <p:nvPr>
            <p:ph idx="25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形成任务拆解、上下文同步、规格驱动、错误调试四类可复用的AI提示词策略</a:t>
            </a:r>
          </a:p>
        </p:txBody>
      </p:sp>
      <p:sp>
        <p:nvSpPr>
          <p:cNvPr name="AutoShape 11" id="11"/>
          <p:cNvSpPr/>
          <p:nvPr>
            <p:ph idx="255" type="body" sz="quarter" hasCustomPrompt="true"/>
          </p:nvPr>
        </p:nvSpPr>
        <p:spPr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pic>
        <p:nvPicPr>
          <p:cNvPr name="Picture 12" id="12"/>
          <p:cNvPicPr>
            <a:picLocks noChangeAspect="true"/>
          </p:cNvPicPr>
          <p:nvPr>
            <p:ph idx="256" type="pic" sz="quarter"/>
          </p:nvPr>
        </p:nvPicPr>
        <p:blipFill>
          <a:blip r:embed="rId4"/>
          <a:srcRect l="16667" r="16666" t="0" b="0"/>
          <a:stretch>
            <a:fillRect/>
          </a:stretch>
        </p:blipFill>
        <p:spPr>
          <a:xfrm rot="0" flipH="false" flipV="false">
            <a:off x="9093200" y="2209800"/>
            <a:ext cx="1524000" cy="1524000"/>
          </a:xfrm>
          <a:prstGeom prst="rect">
            <a:avLst/>
          </a:prstGeom>
        </p:spPr>
      </p:pic>
      <p:sp>
        <p:nvSpPr>
          <p:cNvPr name="AutoShape 13" id="13"/>
          <p:cNvSpPr/>
          <p:nvPr>
            <p:ph idx="257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AI缺陷人工纠正</a:t>
            </a:r>
          </a:p>
        </p:txBody>
      </p:sp>
      <p:sp>
        <p:nvSpPr>
          <p:cNvPr name="AutoShape 14" id="14"/>
          <p:cNvSpPr/>
          <p:nvPr>
            <p:ph idx="258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针对数据漂移、数据库适配等AI生成方案缺陷，人工优化调整保证系统可用性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rmAutofit lnSpcReduction="0"/>
          </a:bodyPr>
          <a:lstStyle>
            <a:lvl1pPr algn="l">
              <a:lnSpc>
                <a:spcPct val="100000"/>
              </a:lnSpc>
              <a:defRPr sz="48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48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总结与展望</a:t>
            </a:r>
          </a:p>
        </p:txBody>
      </p:sp>
      <p:sp>
        <p:nvSpPr>
          <p:cNvPr name="AutoShape 3" id="3"/>
          <p:cNvSpPr/>
          <p:nvPr>
            <p:ph idx="112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Autofit/>
          </a:bodyPr>
          <a:lstStyle>
            <a:lvl1pPr algn="r">
              <a:lnSpc>
                <a:spcPct val="108333"/>
              </a:lnSpc>
              <a:defRPr sz="100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r" marL="228600" indent="-22860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100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05</a:t>
            </a:r>
          </a:p>
        </p:txBody>
      </p:sp>
    </p:spTree>
  </p:cSld>
  <p:clrMapOvr>
    <a:masterClrMapping/>
  </p:clrMapOvr>
  <p:transition main:dur="699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项目成果总结</a:t>
            </a:r>
          </a:p>
        </p:txBody>
      </p:sp>
      <p:pic>
        <p:nvPicPr>
          <p:cNvPr name="Picture 3" id="3"/>
          <p:cNvPicPr>
            <a:picLocks noChangeAspect="true"/>
          </p:cNvPicPr>
          <p:nvPr>
            <p:ph idx="263" type="body" sz="quarter"/>
          </p:nvPr>
        </p:nvPicPr>
        <p:blipFill>
          <a:blip r:embed="rId2"/>
          <a:srcRect l="11200" r="11379" t="0" b="0"/>
          <a:stretch>
            <a:fillRect/>
          </a:stretch>
        </p:blipFill>
        <p:spPr>
          <a:xfrm rot="0" flipH="false" flipV="false">
            <a:off x="6096000" y="1524000"/>
            <a:ext cx="5486400" cy="4724400"/>
          </a:xfrm>
          <a:prstGeom prst="rect">
            <a:avLst/>
          </a:prstGeom>
        </p:spPr>
      </p:pic>
      <p:sp>
        <p:nvSpPr>
          <p:cNvPr name="AutoShape 4" id="4"/>
          <p:cNvSpPr/>
          <p:nvPr>
            <p:ph idx="26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228600" indent="-22860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sp>
        <p:nvSpPr>
          <p:cNvPr name="AutoShape 5" id="5"/>
          <p:cNvSpPr/>
          <p:nvPr>
            <p:ph idx="265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核心工作成果</a:t>
            </a:r>
          </a:p>
        </p:txBody>
      </p:sp>
      <p:sp>
        <p:nvSpPr>
          <p:cNvPr name="AutoShape 6" id="6"/>
          <p:cNvSpPr/>
          <p:nvPr>
            <p:ph idx="266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完成数据集构建、算法训练、前后端开发、测试全链路实践，形成可运行演示系统</a:t>
            </a:r>
          </a:p>
        </p:txBody>
      </p:sp>
      <p:sp>
        <p:nvSpPr>
          <p:cNvPr name="AutoShape 7" id="7"/>
          <p:cNvSpPr/>
          <p:nvPr>
            <p:ph idx="267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  <a:spcAft>
                <a:spcPts val="10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项目创新亮点</a:t>
            </a:r>
          </a:p>
        </p:txBody>
      </p:sp>
      <p:sp>
        <p:nvSpPr>
          <p:cNvPr name="AutoShape 8" id="8"/>
          <p:cNvSpPr/>
          <p:nvPr>
            <p:ph idx="268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如实披露数据漂移问题，设计双数据库适配方案，自实现PSO算法便于原理讲解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不足与未来展望</a:t>
            </a:r>
          </a:p>
        </p:txBody>
      </p:sp>
      <p:pic>
        <p:nvPicPr>
          <p:cNvPr name="Picture 3" id="3"/>
          <p:cNvPicPr>
            <a:picLocks noChangeAspect="true"/>
          </p:cNvPicPr>
          <p:nvPr>
            <p:ph idx="273" type="body" sz="quarter"/>
          </p:nvPr>
        </p:nvPicPr>
        <p:blipFill>
          <a:blip r:embed="rId2"/>
          <a:srcRect l="0" r="0" t="40682" b="0"/>
          <a:stretch>
            <a:fillRect/>
          </a:stretch>
        </p:blipFill>
        <p:spPr>
          <a:xfrm rot="0" flipH="false" flipV="false">
            <a:off x="609600" y="1524000"/>
            <a:ext cx="5588000" cy="2209800"/>
          </a:xfrm>
          <a:prstGeom prst="rect">
            <a:avLst/>
          </a:prstGeom>
        </p:spPr>
      </p:pic>
      <p:sp>
        <p:nvSpPr>
          <p:cNvPr name="AutoShape 4" id="4"/>
          <p:cNvSpPr/>
          <p:nvPr>
            <p:ph idx="27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现存不足</a:t>
            </a:r>
          </a:p>
        </p:txBody>
      </p:sp>
      <p:sp>
        <p:nvSpPr>
          <p:cNvPr name="AutoShape 5" id="5"/>
          <p:cNvSpPr/>
          <p:nvPr>
            <p:ph idx="275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排放跨年外推精度受数据漂移影响较大，参数约束与预警阈值需结合真实机组校准</a:t>
            </a:r>
          </a:p>
        </p:txBody>
      </p:sp>
      <p:pic>
        <p:nvPicPr>
          <p:cNvPr name="Picture 6" id="6"/>
          <p:cNvPicPr>
            <a:picLocks noChangeAspect="true"/>
          </p:cNvPicPr>
          <p:nvPr>
            <p:ph idx="276" type="body" sz="quarter"/>
          </p:nvPr>
        </p:nvPicPr>
        <p:blipFill>
          <a:blip r:embed="rId3"/>
          <a:srcRect l="3574" r="0" t="0" b="286"/>
          <a:stretch>
            <a:fillRect/>
          </a:stretch>
        </p:blipFill>
        <p:spPr>
          <a:xfrm rot="0" flipH="false" flipV="false">
            <a:off x="609600" y="4038600"/>
            <a:ext cx="5588000" cy="2209800"/>
          </a:xfrm>
          <a:prstGeom prst="rect">
            <a:avLst/>
          </a:prstGeom>
        </p:spPr>
      </p:pic>
      <p:sp>
        <p:nvSpPr>
          <p:cNvPr name="AutoShape 7" id="7"/>
          <p:cNvSpPr/>
          <p:nvPr>
            <p:ph idx="277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后续优化方向</a:t>
            </a:r>
          </a:p>
        </p:txBody>
      </p:sp>
      <p:sp>
        <p:nvSpPr>
          <p:cNvPr name="AutoShape 8" id="8"/>
          <p:cNvSpPr/>
          <p:nvPr>
            <p:ph idx="278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后续将引入在线学习缓解数据漂移，补充多目标优化与生产级部署能力，向工程可用演进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l">
              <a:lnSpc>
                <a:spcPct val="108333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36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致谢与答疑</a:t>
            </a:r>
          </a:p>
        </p:txBody>
      </p:sp>
      <p:sp>
        <p:nvSpPr>
          <p:cNvPr name="AutoShape 3" id="3"/>
          <p:cNvSpPr/>
          <p:nvPr>
            <p:ph idx="283" type="body" sz="quarter" hasCustomPrompt="true"/>
          </p:nvPr>
        </p:nvSpPr>
        <p:spPr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pic>
        <p:nvPicPr>
          <p:cNvPr name="Picture 4" id="4"/>
          <p:cNvPicPr>
            <a:picLocks noChangeAspect="true"/>
          </p:cNvPicPr>
          <p:nvPr>
            <p:ph idx="284" type="pic" sz="quarter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514600" y="2362200"/>
            <a:ext cx="1524000" cy="1524000"/>
          </a:xfrm>
          <a:prstGeom prst="rect">
            <a:avLst/>
          </a:prstGeom>
        </p:spPr>
      </p:pic>
      <p:sp>
        <p:nvSpPr>
          <p:cNvPr name="AutoShape 5" id="5"/>
          <p:cNvSpPr/>
          <p:nvPr>
            <p:ph idx="285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致谢</a:t>
            </a:r>
          </a:p>
        </p:txBody>
      </p:sp>
      <p:sp>
        <p:nvSpPr>
          <p:cNvPr name="AutoShape 6" id="6"/>
          <p:cNvSpPr/>
          <p:nvPr>
            <p:ph idx="286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感谢指导老师与课程团队的支持，项目代码、开发档案均完整留存可追溯核查</a:t>
            </a:r>
          </a:p>
        </p:txBody>
      </p:sp>
      <p:sp>
        <p:nvSpPr>
          <p:cNvPr name="AutoShape 7" id="7"/>
          <p:cNvSpPr/>
          <p:nvPr>
            <p:ph idx="287" type="body" sz="quarter" hasCustomPrompt="true"/>
          </p:nvPr>
        </p:nvSpPr>
        <p:spPr>
          <a:prstGeom prst="rect">
            <a:avLst/>
          </a:prstGeom>
          <a:gradFill rotWithShape="false">
            <a:gsLst>
              <a:gs pos="0">
                <a:srgbClr val="064B73">
                  <a:alpha val="100000"/>
                </a:srgbClr>
              </a:gs>
              <a:gs pos="100000">
                <a:srgbClr val="064B73">
                  <a:alpha val="100000"/>
                </a:srgbClr>
              </a:gs>
            </a:gsLst>
            <a:lin ang="5400000"/>
          </a:gradFill>
        </p:spPr>
        <p:txBody>
          <a:bodyPr anchor="t" wrap="square" lIns="90000" rIns="90000" tIns="46800" bIns="46800">
            <a:no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l" marL="0" indent="0">
              <a:lnSpc>
                <a:spcPct val="133333"/>
              </a:lnSpc>
              <a:spcAft>
                <a:spcPts val="1000"/>
              </a:spcAft>
            </a:pPr>
            <a:r>
              <a:rPr lang="en-US" b="false" i="false" strike="noStrike" u="none" sz="18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 </a:t>
            </a:r>
          </a:p>
        </p:txBody>
      </p:sp>
      <p:pic>
        <p:nvPicPr>
          <p:cNvPr name="Picture 8" id="8"/>
          <p:cNvPicPr>
            <a:picLocks noChangeAspect="true"/>
          </p:cNvPicPr>
          <p:nvPr>
            <p:ph idx="288" type="pic" sz="quarter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153400" y="2362200"/>
            <a:ext cx="1524000" cy="1524000"/>
          </a:xfrm>
          <a:prstGeom prst="rect">
            <a:avLst/>
          </a:prstGeom>
        </p:spPr>
      </p:pic>
      <p:sp>
        <p:nvSpPr>
          <p:cNvPr name="AutoShape 9" id="9"/>
          <p:cNvSpPr/>
          <p:nvPr>
            <p:ph idx="28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8333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24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Q&amp;A</a:t>
            </a:r>
          </a:p>
        </p:txBody>
      </p:sp>
      <p:sp>
        <p:nvSpPr>
          <p:cNvPr name="AutoShape 10" id="10"/>
          <p:cNvSpPr/>
          <p:nvPr>
            <p:ph idx="290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欢迎各位老师、同学提问交流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6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ctr">
              <a:lnSpc>
                <a:spcPct val="125000"/>
              </a:lnSpc>
              <a:defRPr sz="2400" b="false" i="false" u="none" strike="noStrike" spc="100">
                <a:solidFill>
                  <a:srgbClr val="FFFFFF">
                    <a:alpha val="100000"/>
                  </a:srgbClr>
                </a:solidFill>
                <a:latin typeface="MiSans Normal"/>
              </a:defRPr>
            </a:lvl1pPr>
          </a:lstStyle>
          <a:p>
            <a:pPr algn="ctr" marL="0" indent="0">
              <a:lnSpc>
                <a:spcPct val="125000"/>
              </a:lnSpc>
              <a:spcAft>
                <a:spcPts val="1000"/>
              </a:spcAft>
            </a:pPr>
            <a:r>
              <a:rPr lang="en-US" b="false" i="false" strike="noStrike" u="none" sz="2400" spc="15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rPr>
              <a:t>THE END</a:t>
            </a:r>
          </a:p>
        </p:txBody>
      </p:sp>
      <p:sp>
        <p:nvSpPr>
          <p:cNvPr name="AutoShape 3" id="3"/>
          <p:cNvSpPr/>
          <p:nvPr>
            <p:ph idx="117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rmAutofit lnSpcReduction="0"/>
          </a:bodyPr>
          <a:lstStyle>
            <a:lvl1pPr algn="ctr">
              <a:lnSpc>
                <a:spcPct val="100000"/>
              </a:lnSpc>
              <a:defRPr sz="6300" b="false" i="false" u="none" strike="noStrike" spc="300">
                <a:solidFill>
                  <a:srgbClr val="FFFFFF">
                    <a:alpha val="100000"/>
                  </a:srgbClr>
                </a:solidFill>
                <a:latin typeface="汉仪刚艺体-85W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6300" spc="300">
                <a:solidFill>
                  <a:srgbClr val="FFFFFF"/>
                </a:solidFill>
                <a:latin typeface="汉仪刚艺体-85W"/>
                <a:ea typeface="汉仪刚艺体-85W"/>
                <a:cs typeface="汉仪刚艺体-85W"/>
                <a:sym typeface="汉仪刚艺体-85W"/>
              </a:rPr>
              <a:t>谢谢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  <p:transition main:dur="699">
    <p:fade thruBlk="false"/>
  </p:transition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蓝色IT科技风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蓝色IT科技风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